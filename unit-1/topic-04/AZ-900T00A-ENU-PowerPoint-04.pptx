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4229" r:id="rId1"/>
    <p:sldMasterId id="2147484922" r:id="rId2"/>
    <p:sldMasterId id="2147484973" r:id="rId3"/>
  </p:sldMasterIdLst>
  <p:notesMasterIdLst>
    <p:notesMasterId r:id="rId46"/>
  </p:notesMasterIdLst>
  <p:handoutMasterIdLst>
    <p:handoutMasterId r:id="rId47"/>
  </p:handoutMasterIdLst>
  <p:sldIdLst>
    <p:sldId id="2076138181" r:id="rId4"/>
    <p:sldId id="2147479762" r:id="rId5"/>
    <p:sldId id="1684" r:id="rId6"/>
    <p:sldId id="2147479716" r:id="rId7"/>
    <p:sldId id="2147479516" r:id="rId8"/>
    <p:sldId id="2147479754" r:id="rId9"/>
    <p:sldId id="2134805434" r:id="rId10"/>
    <p:sldId id="2147479719" r:id="rId11"/>
    <p:sldId id="2147479720" r:id="rId12"/>
    <p:sldId id="2147479721" r:id="rId13"/>
    <p:sldId id="2147479755" r:id="rId14"/>
    <p:sldId id="2147479722" r:id="rId15"/>
    <p:sldId id="2147479724" r:id="rId16"/>
    <p:sldId id="2147479725" r:id="rId17"/>
    <p:sldId id="2147479726" r:id="rId18"/>
    <p:sldId id="2147479756" r:id="rId19"/>
    <p:sldId id="2147479727" r:id="rId20"/>
    <p:sldId id="2147479729" r:id="rId21"/>
    <p:sldId id="2147479730" r:id="rId22"/>
    <p:sldId id="2147479731" r:id="rId23"/>
    <p:sldId id="2147479757" r:id="rId24"/>
    <p:sldId id="2147479732" r:id="rId25"/>
    <p:sldId id="2147479734" r:id="rId26"/>
    <p:sldId id="2147479735" r:id="rId27"/>
    <p:sldId id="2147479736" r:id="rId28"/>
    <p:sldId id="2147479758" r:id="rId29"/>
    <p:sldId id="2147479737" r:id="rId30"/>
    <p:sldId id="2147479739" r:id="rId31"/>
    <p:sldId id="2147479740" r:id="rId32"/>
    <p:sldId id="2147479741" r:id="rId33"/>
    <p:sldId id="2147479761" r:id="rId34"/>
    <p:sldId id="2147479742" r:id="rId35"/>
    <p:sldId id="2147479744" r:id="rId36"/>
    <p:sldId id="2147479745" r:id="rId37"/>
    <p:sldId id="2147479746" r:id="rId38"/>
    <p:sldId id="2147479759" r:id="rId39"/>
    <p:sldId id="2147479747" r:id="rId40"/>
    <p:sldId id="2147479749" r:id="rId41"/>
    <p:sldId id="2147479750" r:id="rId42"/>
    <p:sldId id="2147479751" r:id="rId43"/>
    <p:sldId id="2147479760" r:id="rId44"/>
    <p:sldId id="2147479752" r:id="rId45"/>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6DF"/>
    <a:srgbClr val="EEEEEE"/>
    <a:srgbClr val="E8E8E8"/>
    <a:srgbClr val="D4D4D4"/>
    <a:srgbClr val="FB5A65"/>
    <a:srgbClr val="CD9BCF"/>
    <a:srgbClr val="FFA38B"/>
    <a:srgbClr val="D59ED7"/>
    <a:srgbClr val="8DC8E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868" autoAdjust="0"/>
  </p:normalViewPr>
  <p:slideViewPr>
    <p:cSldViewPr snapToGrid="0">
      <p:cViewPr varScale="1">
        <p:scale>
          <a:sx n="87" d="100"/>
          <a:sy n="87" d="100"/>
        </p:scale>
        <p:origin x="1476" y="84"/>
      </p:cViewPr>
      <p:guideLst>
        <p:guide pos="4200"/>
        <p:guide orient="horz" pos="2160"/>
        <p:guide pos="584"/>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microsoft.com/office/2018/10/relationships/authors" Target="author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commentAuthors" Target="commentAuthors.xml"/><Relationship Id="rId8" Type="http://schemas.openxmlformats.org/officeDocument/2006/relationships/slide" Target="slides/slide5.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6F66B00-6144-45ED-BFDB-3936850BDA03}" type="datetime8">
              <a:rPr lang="en-US" smtClean="0">
                <a:latin typeface="Segoe UI" pitchFamily="34" charset="0"/>
              </a:rPr>
              <a:t>5/28/2026 9:27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61486BA7-839C-4D2B-BD52-EF0BBA8433FD}" type="datetime8">
              <a:rPr lang="en-US" smtClean="0"/>
              <a:t>5/28/2026 9:27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https://learn.microsoft.com/training/paths/introduction-cloud-infrastructure-apply-azure-skills-guided-projects/</a:t>
            </a:r>
          </a:p>
          <a:p>
            <a:endParaRPr lang="en-US" dirty="0"/>
          </a:p>
          <a:p>
            <a:r>
              <a:rPr lang="en-US" dirty="0"/>
              <a:t>Welcome to Learning Path 4: Apply Azure Skills in Guided Projects.</a:t>
            </a:r>
          </a:p>
          <a:p>
            <a:r>
              <a:rPr lang="en-US" dirty="0"/>
              <a:t>This learning path provides hands-on, real-world practice through eight guided projects covering storage, serverless computing, identity and access, cost governance, monitoring, and command-line management.</a:t>
            </a:r>
          </a:p>
          <a:p>
            <a:r>
              <a:rPr lang="en-US" dirty="0"/>
              <a:t>Each project walks through a realistic scenario step by step using the Azure portal or Cloud Shell.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AC3DD-9DB7-2B1A-406C-1C38DFD1D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5F4FB-6AE9-3B8B-E3DC-332884347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841D9-A4F8-5639-BE7E-8265E110300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1142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https://learn.microsoft.com/training/modules/guided-project-deploy-static-website-blob-storage/1-introduction</a:t>
            </a:r>
          </a:p>
          <a:p>
            <a:endParaRPr lang="en-US" dirty="0"/>
          </a:p>
          <a:p>
            <a:r>
              <a:rPr lang="en-US" dirty="0"/>
              <a:t>This guided project focuses on deploying a static website using Azure Blob Storage.</a:t>
            </a:r>
          </a:p>
          <a:p>
            <a:r>
              <a:rPr lang="en-US" dirty="0"/>
              <a:t>Learners will create a storage account, enable static website hosting, upload HTML content, and update the site, all through the Azure portal.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https://learn.microsoft.com/training/modules/guided-project-deploy-static-website-blob-storage/1-introduction</a:t>
            </a:r>
          </a:p>
          <a:p>
            <a:endParaRPr lang="en-US" dirty="0"/>
          </a:p>
          <a:p>
            <a:r>
              <a:rPr lang="en-US" dirty="0"/>
              <a:t>After completing this project, learners will be able to create a storage account with static website hosting enabled, upload and verify HTML content at the public endpoint, and update the site to confirm changes appear live.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https://learn.microsoft.com/training/modules/guided-project-deploy-static-website-blob-storage/1-introduction</a:t>
            </a:r>
          </a:p>
          <a:p>
            <a:endParaRPr lang="en-US" dirty="0"/>
          </a:p>
          <a:p>
            <a:r>
              <a:rPr lang="en-US" dirty="0"/>
              <a:t>Azure Blob Storage can serve HTML, CSS, and image files directly to browsers without a web server.</a:t>
            </a:r>
          </a:p>
          <a:p>
            <a:r>
              <a:rPr lang="en-US" dirty="0"/>
              <a:t>When you enable static website hosting, Azure creates a public endpoint and a special container named dollar-sign-web where you upload your site files.</a:t>
            </a:r>
          </a:p>
          <a:p>
            <a:r>
              <a:rPr lang="en-US" dirty="0"/>
              <a:t>In this project, the marketing team needs to publish a product landing page quickly. They upload content, verify it is live, push an update, and confirm the change.</a:t>
            </a:r>
          </a:p>
          <a:p>
            <a:r>
              <a:rPr lang="en-US" dirty="0"/>
              <a:t>This is a cost-effective approach for simple websites that do not require server-side processing.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65A45-306B-235D-F2DA-A7011D652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5B36C-ECB9-F5E1-90E0-73B90507C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DD928-1FED-EA8C-B9EC-F5B99B41325B}"/>
              </a:ext>
            </a:extLst>
          </p:cNvPr>
          <p:cNvSpPr>
            <a:spLocks noGrp="1"/>
          </p:cNvSpPr>
          <p:nvPr>
            <p:ph type="body" idx="1"/>
          </p:nvPr>
        </p:nvSpPr>
        <p:spPr/>
        <p:txBody>
          <a:bodyPr/>
          <a:lstStyle/>
          <a:p>
            <a:r>
              <a:rPr lang="en-US" dirty="0"/>
              <a:t>Learn URL: https://learn.microsoft.com/training/modules/guided-project-deploy-static-website-blob-storage/1-introduction</a:t>
            </a:r>
          </a:p>
          <a:p>
            <a:endParaRPr lang="en-US" dirty="0"/>
          </a:p>
          <a:p>
            <a:r>
              <a:rPr lang="en-US" dirty="0"/>
              <a:t>Azure Blob Storage can serve HTML, CSS, and image files directly to browsers without a web server.</a:t>
            </a:r>
          </a:p>
          <a:p>
            <a:r>
              <a:rPr lang="en-US" dirty="0"/>
              <a:t>When you enable static website hosting, Azure creates a public endpoint and a special container named dollar-sign-web where you upload your site files.</a:t>
            </a:r>
          </a:p>
          <a:p>
            <a:r>
              <a:rPr lang="en-US" dirty="0"/>
              <a:t>In this project, the marketing team needs to publish a product landing page quickly. They upload content, verify it is live, push an update, and confirm the change.</a:t>
            </a:r>
          </a:p>
          <a:p>
            <a:r>
              <a:rPr lang="en-US" dirty="0"/>
              <a:t>This is a cost-effective approach for simple websites that do not require server-side processing.</a:t>
            </a:r>
          </a:p>
        </p:txBody>
      </p:sp>
    </p:spTree>
    <p:extLst>
      <p:ext uri="{BB962C8B-B14F-4D97-AF65-F5344CB8AC3E}">
        <p14:creationId xmlns:p14="http://schemas.microsoft.com/office/powerpoint/2010/main" val="273925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https://learn.microsoft.com/training/modules/guided-project-deploy-static-website-blob-storage/7knowledge-check</a:t>
            </a:r>
          </a:p>
          <a:p>
            <a:endParaRPr lang="en-US" dirty="0"/>
          </a:p>
          <a:p>
            <a:r>
              <a:rPr lang="en-US" dirty="0"/>
              <a:t>Let us check your understanding of static website hosting with Blob Storage.</a:t>
            </a:r>
          </a:p>
          <a:p>
            <a:r>
              <a:rPr lang="en-US" dirty="0"/>
              <a:t>Question 1: You must enable Static website hosting in the storage account settings before Azure will serve web content from the dollar-sign-web container.</a:t>
            </a:r>
          </a:p>
          <a:p>
            <a:r>
              <a:rPr lang="en-US" dirty="0"/>
              <a:t>Question 2: Azure automatically creates a dollar-sign-web container when static website hosting is enabled.</a:t>
            </a:r>
          </a:p>
          <a:p>
            <a:r>
              <a:rPr lang="en-US" dirty="0"/>
              <a:t>Question 3: Uploading an updated file to the dollar-sign-web container replaces the existing file and the change is reflected immediately at the public endpoint.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https://learn.microsoft.com/training/modules/guided-project-organize-resources-tags-locks/1-introduction</a:t>
            </a:r>
          </a:p>
          <a:p>
            <a:endParaRPr lang="en-US" dirty="0"/>
          </a:p>
          <a:p>
            <a:r>
              <a:rPr lang="en-US" dirty="0"/>
              <a:t>This guided project focuses on organizing and protecting Azure resources using tags and resource locks.</a:t>
            </a:r>
          </a:p>
          <a:p>
            <a:r>
              <a:rPr lang="en-US" dirty="0"/>
              <a:t>Learners will apply tags for cost tracking and governance, configure locks to prevent accidental changes, and test the full lock lifecycle.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https://learn.microsoft.com/training/modules/guided-project-organize-resources-tags-locks/1-introduction</a:t>
            </a:r>
          </a:p>
          <a:p>
            <a:endParaRPr lang="en-US" dirty="0"/>
          </a:p>
          <a:p>
            <a:r>
              <a:rPr lang="en-US" dirty="0"/>
              <a:t>After completing this project, learners will be able to create resources and apply tags for organization and cost tracking, apply delete locks to prevent accidental resource removal, and test that locks enforce restrictions properly.</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https://learn.microsoft.com/training/modules/guided-project-organize-resources-tags-locks/1-introduction</a:t>
            </a:r>
          </a:p>
          <a:p>
            <a:endParaRPr lang="en-US" dirty="0"/>
          </a:p>
          <a:p>
            <a:r>
              <a:rPr lang="en-US" dirty="0"/>
              <a:t>Tags are key-value pairs that you attach to resources and resource groups. They help categorize resources for cost reporting, ownership tracking, and governance.</a:t>
            </a:r>
          </a:p>
          <a:p>
            <a:r>
              <a:rPr lang="en-US" dirty="0"/>
              <a:t>Locks add a layer of protection that prevents accidental modification or deletion, even for users with full permissions.</a:t>
            </a:r>
          </a:p>
          <a:p>
            <a:r>
              <a:rPr lang="en-US" dirty="0"/>
              <a:t>In this project, the development team sets up a shared environment and needs to keep resources organized with tags and protected with locks.</a:t>
            </a:r>
          </a:p>
          <a:p>
            <a:r>
              <a:rPr lang="en-US" dirty="0"/>
              <a:t>A read-only lock prevents both modifications and deletion. A delete lock only prevents deletion. Both must be explicitly removed before the blocked action can proceed.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5A0E-4788-346C-9AB5-0002FB7769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822E69-6202-19E7-8594-5BAFD53E29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265A05-B6FD-1B66-0329-A93B2FF83D6A}"/>
              </a:ext>
            </a:extLst>
          </p:cNvPr>
          <p:cNvSpPr>
            <a:spLocks noGrp="1"/>
          </p:cNvSpPr>
          <p:nvPr>
            <p:ph type="body" idx="1"/>
          </p:nvPr>
        </p:nvSpPr>
        <p:spPr/>
        <p:txBody>
          <a:bodyPr/>
          <a:lstStyle/>
          <a:p>
            <a:r>
              <a:rPr lang="en-US" dirty="0"/>
              <a:t>Learn URL: https://learn.microsoft.com/training/modules/guided-project-organize-resources-tags-locks/1-introduction</a:t>
            </a:r>
          </a:p>
          <a:p>
            <a:endParaRPr lang="en-US" dirty="0"/>
          </a:p>
          <a:p>
            <a:r>
              <a:rPr lang="en-US" dirty="0"/>
              <a:t>Tags are key-value pairs that you attach to resources and resource groups. They help categorize resources for cost reporting, ownership tracking, and governance.</a:t>
            </a:r>
          </a:p>
          <a:p>
            <a:r>
              <a:rPr lang="en-US" dirty="0"/>
              <a:t>Locks add a layer of protection that prevents accidental modification or deletion, even for users with full permissions.</a:t>
            </a:r>
          </a:p>
          <a:p>
            <a:r>
              <a:rPr lang="en-US" dirty="0"/>
              <a:t>In this project, the development team sets up a shared environment and needs to keep resources organized with tags and protected with locks.</a:t>
            </a:r>
          </a:p>
          <a:p>
            <a:r>
              <a:rPr lang="en-US" dirty="0"/>
              <a:t>A read-only lock prevents both modifications and deletion. A delete lock only prevents deletion. Both must be explicitly removed before the blocked action can proceed.</a:t>
            </a:r>
          </a:p>
        </p:txBody>
      </p:sp>
    </p:spTree>
    <p:extLst>
      <p:ext uri="{BB962C8B-B14F-4D97-AF65-F5344CB8AC3E}">
        <p14:creationId xmlns:p14="http://schemas.microsoft.com/office/powerpoint/2010/main" val="913305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https://learn.microsoft.com/training/modules/guided-project-organize-resources-tags-locks/7-knowledge-check</a:t>
            </a:r>
          </a:p>
          <a:p>
            <a:endParaRPr lang="en-US" dirty="0"/>
          </a:p>
          <a:p>
            <a:r>
              <a:rPr lang="en-US" dirty="0"/>
              <a:t>Let us check your understanding of tags and locks.</a:t>
            </a:r>
          </a:p>
          <a:p>
            <a:r>
              <a:rPr lang="en-US" dirty="0"/>
              <a:t>Question 1: Tags organize resources for cost tracking and management using key-value pairs.</a:t>
            </a:r>
          </a:p>
          <a:p>
            <a:r>
              <a:rPr lang="en-US" dirty="0"/>
              <a:t>Question 2: A read-only lock prevents both modifications and deletion of the resource.</a:t>
            </a:r>
          </a:p>
          <a:p>
            <a:r>
              <a:rPr lang="en-US" dirty="0"/>
              <a:t>Question 3: You must explicitly remove the lock first before you can delete a resource with a delete lock.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https://learn.microsoft.com/training/modules/guided-project-build-basic-website-endpoint-with-functions/1-introduction</a:t>
            </a:r>
          </a:p>
          <a:p>
            <a:endParaRPr lang="en-US" dirty="0"/>
          </a:p>
          <a:p>
            <a:r>
              <a:rPr lang="en-US" dirty="0"/>
              <a:t>This guided project introduces serverless hosting by creating a function endpoint and validating responses.</a:t>
            </a:r>
          </a:p>
          <a:p>
            <a:r>
              <a:rPr lang="en-US" dirty="0"/>
              <a:t>Learners will create a Function App, deploy an HTTP-triggered function from Cloud Shell, and test, secure, and monitor the endpoint.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https://learn.microsoft.com/training/modules/guided-project-build-basic-website-endpoint-with-functions/1-introduction</a:t>
            </a:r>
          </a:p>
          <a:p>
            <a:endParaRPr lang="en-US" dirty="0"/>
          </a:p>
          <a:p>
            <a:r>
              <a:rPr lang="en-US" dirty="0"/>
              <a:t>After completing this project, learners will be able to create a Function App in a Flex Consumption plan, deploy an HTTP-triggered function from Cloud Shell, and test endpoint behavior with security and execution logs.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https://learn.microsoft.com/training/modules/guided-project-build-basic-website-endpoint-with-functions/1-introduction</a:t>
            </a:r>
          </a:p>
          <a:p>
            <a:endParaRPr lang="en-US" dirty="0"/>
          </a:p>
          <a:p>
            <a:r>
              <a:rPr lang="en-US" dirty="0"/>
              <a:t>Azure Functions is a serverless compute service that runs code in response to events without managing infrastructure.</a:t>
            </a:r>
          </a:p>
          <a:p>
            <a:r>
              <a:rPr lang="en-US" dirty="0"/>
              <a:t>With an HTTP trigger, your function gets its own URL that anyone can call from a browser.</a:t>
            </a:r>
          </a:p>
          <a:p>
            <a:r>
              <a:rPr lang="en-US" dirty="0"/>
              <a:t>In this project, the team needs a lightweight contact page endpoint. They create a Function App, deploy an HTTP-triggered function using Cloud Shell, and then test, secure, and monitor the endpoint.</a:t>
            </a:r>
          </a:p>
          <a:p>
            <a:r>
              <a:rPr lang="en-US" dirty="0"/>
              <a:t>Application Insights provides detailed telemetry including invocation logs, response codes, and execution times.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80F37-598D-B2D6-6AE9-3CDB22BBF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EEC3B-2E0A-03E0-8756-DD3BC5644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5EF5C-A939-04A2-5567-7143FBFE18F7}"/>
              </a:ext>
            </a:extLst>
          </p:cNvPr>
          <p:cNvSpPr>
            <a:spLocks noGrp="1"/>
          </p:cNvSpPr>
          <p:nvPr>
            <p:ph type="body" idx="1"/>
          </p:nvPr>
        </p:nvSpPr>
        <p:spPr/>
        <p:txBody>
          <a:bodyPr/>
          <a:lstStyle/>
          <a:p>
            <a:r>
              <a:rPr lang="en-US" dirty="0"/>
              <a:t>Learn URL: https://learn.microsoft.com/training/modules/guided-project-build-basic-website-endpoint-with-functions/1-introduction</a:t>
            </a:r>
          </a:p>
          <a:p>
            <a:endParaRPr lang="en-US" dirty="0"/>
          </a:p>
          <a:p>
            <a:r>
              <a:rPr lang="en-US" dirty="0"/>
              <a:t>Azure Functions is a serverless compute service that runs code in response to events without managing infrastructure.</a:t>
            </a:r>
          </a:p>
          <a:p>
            <a:r>
              <a:rPr lang="en-US" dirty="0"/>
              <a:t>With an HTTP trigger, your function gets its own URL that anyone can call from a browser.</a:t>
            </a:r>
          </a:p>
          <a:p>
            <a:r>
              <a:rPr lang="en-US" dirty="0"/>
              <a:t>In this project, the team needs a lightweight contact page endpoint. They create a Function App, deploy an HTTP-triggered function using Cloud Shell, and then test, secure, and monitor the endpoint.</a:t>
            </a:r>
          </a:p>
          <a:p>
            <a:r>
              <a:rPr lang="en-US" dirty="0"/>
              <a:t>Application Insights provides detailed telemetry including invocation logs, response codes, and execution times.</a:t>
            </a:r>
          </a:p>
        </p:txBody>
      </p:sp>
    </p:spTree>
    <p:extLst>
      <p:ext uri="{BB962C8B-B14F-4D97-AF65-F5344CB8AC3E}">
        <p14:creationId xmlns:p14="http://schemas.microsoft.com/office/powerpoint/2010/main" val="1491403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https://learn.microsoft.com/training/modules/guided-project-build-basic-website-endpoint-with-functions/7-knowledge-check</a:t>
            </a:r>
          </a:p>
          <a:p>
            <a:endParaRPr lang="en-US" dirty="0"/>
          </a:p>
          <a:p>
            <a:r>
              <a:rPr lang="en-US" dirty="0"/>
              <a:t>Let us check your understanding of Azure Functions.</a:t>
            </a:r>
          </a:p>
          <a:p>
            <a:r>
              <a:rPr lang="en-US" dirty="0"/>
              <a:t>Question 1: An HTTP trigger runs the function when it receives an HTTP request, making it suitable for web endpoints.</a:t>
            </a:r>
          </a:p>
          <a:p>
            <a:r>
              <a:rPr lang="en-US" dirty="0"/>
              <a:t>Question 2: Azure Functions is serverless, meaning you do not need to manage any infrastructure.</a:t>
            </a:r>
          </a:p>
          <a:p>
            <a:r>
              <a:rPr lang="en-US" dirty="0"/>
              <a:t>Question 3: Application Insights provides detailed telemetry for monitoring function invocations and viewing execution logs.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https://learn.microsoft.com/training/modules/guided-project-new-employee-access/1-introduction</a:t>
            </a:r>
          </a:p>
          <a:p>
            <a:endParaRPr lang="en-US" dirty="0"/>
          </a:p>
          <a:p>
            <a:r>
              <a:rPr lang="en-US" dirty="0"/>
              <a:t>This guided project focuses on setting up identity and access for a new employee using Microsoft Entra ID and Azure RBAC.</a:t>
            </a:r>
          </a:p>
          <a:p>
            <a:r>
              <a:rPr lang="en-US" dirty="0"/>
              <a:t>Learners will create users and groups, assign roles, and verify least-privilege access.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https://learn.microsoft.com/training/modules/guided-project-new-employee-access/1-introduction</a:t>
            </a:r>
          </a:p>
          <a:p>
            <a:endParaRPr lang="en-US" dirty="0"/>
          </a:p>
          <a:p>
            <a:r>
              <a:rPr lang="en-US" dirty="0"/>
              <a:t>After completing this project, learners will be able to create a user and security group in Microsoft Entra ID, assign group-based RBAC at resource group scope, and validate that the expected access works at the correct scope.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https://learn.microsoft.com/training/modules/guided-project-new-employee-access/1-introduction</a:t>
            </a:r>
          </a:p>
          <a:p>
            <a:endParaRPr lang="en-US" dirty="0"/>
          </a:p>
          <a:p>
            <a:r>
              <a:rPr lang="en-US" dirty="0"/>
              <a:t>Microsoft Entra ID is the identity service that manages users and groups. RBAC assigns specific permissions at a specific scope.</a:t>
            </a:r>
          </a:p>
          <a:p>
            <a:r>
              <a:rPr lang="en-US" dirty="0"/>
              <a:t>Together they implement the principle of least privilege, giving users exactly the access they need and nothing more.</a:t>
            </a:r>
          </a:p>
          <a:p>
            <a:r>
              <a:rPr lang="en-US" dirty="0"/>
              <a:t>In this project, a new support analyst needs read-only access to a development resource group. You create the user account, add them to a security group, assign the Reader role at resource group scope, and verify the access works.</a:t>
            </a:r>
          </a:p>
          <a:p>
            <a:r>
              <a:rPr lang="en-US" dirty="0"/>
              <a:t>Assigning roles to groups instead of individuals simplifies access management when team members change.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B69BF-8BC0-D6A4-93AB-85E581D4D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CAD4B5-FA19-1EF2-CFBA-93F6C78F1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A1B2A-B6B3-6DBF-689F-55A630153857}"/>
              </a:ext>
            </a:extLst>
          </p:cNvPr>
          <p:cNvSpPr>
            <a:spLocks noGrp="1"/>
          </p:cNvSpPr>
          <p:nvPr>
            <p:ph type="body" idx="1"/>
          </p:nvPr>
        </p:nvSpPr>
        <p:spPr/>
        <p:txBody>
          <a:bodyPr/>
          <a:lstStyle/>
          <a:p>
            <a:r>
              <a:rPr lang="en-US" dirty="0"/>
              <a:t>Learn URL: https://learn.microsoft.com/training/modules/guided-project-new-employee-access/1-introduction</a:t>
            </a:r>
          </a:p>
          <a:p>
            <a:endParaRPr lang="en-US" dirty="0"/>
          </a:p>
          <a:p>
            <a:r>
              <a:rPr lang="en-US" dirty="0"/>
              <a:t>Microsoft Entra ID is the identity service that manages users and groups. RBAC assigns specific permissions at a specific scope.</a:t>
            </a:r>
          </a:p>
          <a:p>
            <a:r>
              <a:rPr lang="en-US" dirty="0"/>
              <a:t>Together they implement the principle of least privilege, giving users exactly the access they need and nothing more.</a:t>
            </a:r>
          </a:p>
          <a:p>
            <a:r>
              <a:rPr lang="en-US" dirty="0"/>
              <a:t>In this project, a new support analyst needs read-only access to a development resource group. You create the user account, add them to a security group, assign the Reader role at resource group scope, and verify the access works.</a:t>
            </a:r>
          </a:p>
          <a:p>
            <a:r>
              <a:rPr lang="en-US" dirty="0"/>
              <a:t>Assigning roles to groups instead of individuals simplifies access management when team members change.</a:t>
            </a:r>
          </a:p>
        </p:txBody>
      </p:sp>
    </p:spTree>
    <p:extLst>
      <p:ext uri="{BB962C8B-B14F-4D97-AF65-F5344CB8AC3E}">
        <p14:creationId xmlns:p14="http://schemas.microsoft.com/office/powerpoint/2010/main" val="5074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https://learn.microsoft.com/training/modules/guided-project-new-employee-access/7-knowledge-check</a:t>
            </a:r>
          </a:p>
          <a:p>
            <a:endParaRPr lang="en-US" dirty="0"/>
          </a:p>
          <a:p>
            <a:r>
              <a:rPr lang="en-US" dirty="0"/>
              <a:t>Let us check your understanding of identity and RBAC.</a:t>
            </a:r>
          </a:p>
          <a:p>
            <a:r>
              <a:rPr lang="en-US" dirty="0"/>
              <a:t>Question 1: Assigning RBAC roles to a group simplifies access management because new members automatically get the role and removed members automatically lose it.</a:t>
            </a:r>
          </a:p>
          <a:p>
            <a:r>
              <a:rPr lang="en-US" dirty="0"/>
              <a:t>Question 2: The Reader role provides view-only access to Azure resources without allowing changes.</a:t>
            </a:r>
          </a:p>
          <a:p>
            <a:r>
              <a:rPr lang="en-US" dirty="0"/>
              <a:t>Question 3: The RBAC role was assigned at the resource group scope to follow least-privilege principles.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https://learn.microsoft.com/training/modules/guided-project-share-files-securely/1-introduction</a:t>
            </a:r>
          </a:p>
          <a:p>
            <a:endParaRPr lang="en-US" dirty="0"/>
          </a:p>
          <a:p>
            <a:r>
              <a:rPr lang="en-US" dirty="0"/>
              <a:t>This guided project teaches secure, temporary file sharing using blob storage, stored access policies, and SAS tokens.</a:t>
            </a:r>
          </a:p>
          <a:p>
            <a:r>
              <a:rPr lang="en-US" dirty="0"/>
              <a:t>Learners will configure private storage, generate policy-based SAS links, test access, revoke access, and set up lifecycle management.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https://learn.microsoft.com/training/modules/guided-project-share-files-securely/1-introduction</a:t>
            </a:r>
          </a:p>
          <a:p>
            <a:endParaRPr lang="en-US" dirty="0"/>
          </a:p>
          <a:p>
            <a:r>
              <a:rPr lang="en-US" dirty="0"/>
              <a:t>After completing this project, learners will be able to create blob storage and generate policy-based SAS links, validate and revoke SAS access by deleting a stored access policy, and configure lifecycle management rules for automatic cleanup.</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https://learn.microsoft.com/training/modules/guided-project-share-files-securely/1-introduction</a:t>
            </a:r>
          </a:p>
          <a:p>
            <a:endParaRPr lang="en-US" dirty="0"/>
          </a:p>
          <a:p>
            <a:r>
              <a:rPr lang="en-US" dirty="0"/>
              <a:t>A shared access signature is a token that grants temporary, scoped access to a blob or container without sharing your storage account keys.</a:t>
            </a:r>
          </a:p>
          <a:p>
            <a:r>
              <a:rPr lang="en-US" dirty="0"/>
              <a:t>When you generate a SAS from a stored access policy, the policy acts as a central control point. You can revoke all linked tokens instantly by deleting the policy.</a:t>
            </a:r>
          </a:p>
          <a:p>
            <a:r>
              <a:rPr lang="en-US" dirty="0"/>
              <a:t>In this project, the finance team shares monthly reports with an external partner. They upload to a private container, create a stored access policy, generate a SAS link, test access, revoke it, and configure lifecycle management.</a:t>
            </a:r>
          </a:p>
          <a:p>
            <a:r>
              <a:rPr lang="en-US" dirty="0"/>
              <a:t>This project has five exercises, covering the complete lifecycle of secure file sharing.</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0451D-31ED-0B5A-1337-38F45D9E0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04ABE-B30E-5171-69EB-3FA04FCD49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4AB9CB-07CD-F3BC-A6E6-5FA07D4A2765}"/>
              </a:ext>
            </a:extLst>
          </p:cNvPr>
          <p:cNvSpPr>
            <a:spLocks noGrp="1"/>
          </p:cNvSpPr>
          <p:nvPr>
            <p:ph type="body" idx="1"/>
          </p:nvPr>
        </p:nvSpPr>
        <p:spPr/>
        <p:txBody>
          <a:bodyPr/>
          <a:lstStyle/>
          <a:p>
            <a:r>
              <a:rPr lang="en-US" dirty="0"/>
              <a:t>Learn URL: https://learn.microsoft.com/training/modules/guided-project-share-files-securely/1-introduction</a:t>
            </a:r>
          </a:p>
          <a:p>
            <a:endParaRPr lang="en-US" dirty="0"/>
          </a:p>
          <a:p>
            <a:r>
              <a:rPr lang="en-US" dirty="0"/>
              <a:t>A shared access signature is a token that grants temporary, scoped access to a blob or container without sharing your storage account keys.</a:t>
            </a:r>
          </a:p>
          <a:p>
            <a:r>
              <a:rPr lang="en-US" dirty="0"/>
              <a:t>When you generate a SAS from a stored access policy, the policy acts as a central control point. You can revoke all linked tokens instantly by deleting the policy.</a:t>
            </a:r>
          </a:p>
          <a:p>
            <a:r>
              <a:rPr lang="en-US" dirty="0"/>
              <a:t>In this project, the finance team shares monthly reports with an external partner. They upload to a private container, create a stored access policy, generate a SAS link, test access, revoke it, and configure lifecycle management.</a:t>
            </a:r>
          </a:p>
          <a:p>
            <a:r>
              <a:rPr lang="en-US" dirty="0"/>
              <a:t>This project has five exercises, covering the complete lifecycle of secure file sharing.</a:t>
            </a:r>
          </a:p>
        </p:txBody>
      </p:sp>
    </p:spTree>
    <p:extLst>
      <p:ext uri="{BB962C8B-B14F-4D97-AF65-F5344CB8AC3E}">
        <p14:creationId xmlns:p14="http://schemas.microsoft.com/office/powerpoint/2010/main" val="1065182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https://learn.microsoft.com/training/modules/guided-project-share-files-securely/9-knowledge-check</a:t>
            </a:r>
          </a:p>
          <a:p>
            <a:endParaRPr lang="en-US" dirty="0"/>
          </a:p>
          <a:p>
            <a:r>
              <a:rPr lang="en-US" dirty="0"/>
              <a:t>Let us check your understanding of secure file sharing.</a:t>
            </a:r>
          </a:p>
          <a:p>
            <a:r>
              <a:rPr lang="en-US" dirty="0"/>
              <a:t>Question 1: Deleting the stored access policy immediately invalidates all SAS tokens that reference it, providing targeted revocation.</a:t>
            </a:r>
          </a:p>
          <a:p>
            <a:r>
              <a:rPr lang="en-US" dirty="0"/>
              <a:t>Question 2: The stored access policy defines the permissions, start time, and expiry for all SAS tokens generated from it.</a:t>
            </a:r>
          </a:p>
          <a:p>
            <a:r>
              <a:rPr lang="en-US" dirty="0"/>
              <a:t>Question 3: Lifecycle management rules can automatically delete or move blobs based on age or other conditions.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https://learn.microsoft.com/training/modules/guided-project-cost-guardrails/1-introduction</a:t>
            </a:r>
          </a:p>
          <a:p>
            <a:endParaRPr lang="en-US" dirty="0"/>
          </a:p>
          <a:p>
            <a:r>
              <a:rPr lang="en-US" dirty="0"/>
              <a:t>This guided project helps reduce spend risk by implementing cost guardrails in Azure.</a:t>
            </a:r>
          </a:p>
          <a:p>
            <a:r>
              <a:rPr lang="en-US" dirty="0"/>
              <a:t>Learners will apply resource tags, create budget alerts, and assign Azure Policy to enforce compliance.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https://learn.microsoft.com/training/modules/guided-project-cost-guardrails/1-introduction</a:t>
            </a:r>
          </a:p>
          <a:p>
            <a:endParaRPr lang="en-US" dirty="0"/>
          </a:p>
          <a:p>
            <a:r>
              <a:rPr lang="en-US" dirty="0"/>
              <a:t>After completing this project, learners will be able to apply consistent resource tags for cost tracking, create budget alerts for early spend visibility, and assign and test a policy control for resource compliance.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https://learn.microsoft.com/training/modules/guided-project-cost-guardrails/1-introduction</a:t>
            </a:r>
          </a:p>
          <a:p>
            <a:endParaRPr lang="en-US" dirty="0"/>
          </a:p>
          <a:p>
            <a:r>
              <a:rPr lang="en-US" dirty="0"/>
              <a:t>Azure provides several tools to control cloud spending. Tags categorize resources for cost reporting. Budgets send alerts when spending approaches a threshold. Azure Policy enforces organizational rules automatically.</a:t>
            </a:r>
          </a:p>
          <a:p>
            <a:r>
              <a:rPr lang="en-US" dirty="0"/>
              <a:t>In this project, a pilot team has a limited monthly budget and needs clear controls before a broader rollout.</a:t>
            </a:r>
          </a:p>
          <a:p>
            <a:r>
              <a:rPr lang="en-US" dirty="0"/>
              <a:t>Budget alerts send email notifications when spending reaches configured percentage thresholds. They provide visibility but do not automatically stop resources.</a:t>
            </a:r>
          </a:p>
          <a:p>
            <a:r>
              <a:rPr lang="en-US" dirty="0"/>
              <a:t>A policy with a deny effect actively blocks noncompliant deployments, such as preventing resource creation in unapproved regions.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AFC1E-2C32-1BB0-B72C-916DF91943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D0EE9-DAB0-F459-B17A-7F566FC34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53CC8-6BE1-6800-CBCF-4B5AB21783C4}"/>
              </a:ext>
            </a:extLst>
          </p:cNvPr>
          <p:cNvSpPr>
            <a:spLocks noGrp="1"/>
          </p:cNvSpPr>
          <p:nvPr>
            <p:ph type="body" idx="1"/>
          </p:nvPr>
        </p:nvSpPr>
        <p:spPr/>
        <p:txBody>
          <a:bodyPr/>
          <a:lstStyle/>
          <a:p>
            <a:r>
              <a:rPr lang="en-US" dirty="0"/>
              <a:t>Learn URL: https://learn.microsoft.com/training/modules/guided-project-cost-guardrails/1-introduction</a:t>
            </a:r>
          </a:p>
          <a:p>
            <a:endParaRPr lang="en-US" dirty="0"/>
          </a:p>
          <a:p>
            <a:r>
              <a:rPr lang="en-US" dirty="0"/>
              <a:t>Azure provides several tools to control cloud spending. Tags categorize resources for cost reporting. Budgets send alerts when spending approaches a threshold. Azure Policy enforces organizational rules automatically.</a:t>
            </a:r>
          </a:p>
          <a:p>
            <a:r>
              <a:rPr lang="en-US" dirty="0"/>
              <a:t>In this project, a pilot team has a limited monthly budget and needs clear controls before a broader rollout.</a:t>
            </a:r>
          </a:p>
          <a:p>
            <a:r>
              <a:rPr lang="en-US" dirty="0"/>
              <a:t>Budget alerts send email notifications when spending reaches configured percentage thresholds. They provide visibility but do not automatically stop resources.</a:t>
            </a:r>
          </a:p>
          <a:p>
            <a:r>
              <a:rPr lang="en-US" dirty="0"/>
              <a:t>A policy with a deny effect actively blocks noncompliant deployments, such as preventing resource creation in unapproved regions.</a:t>
            </a:r>
          </a:p>
        </p:txBody>
      </p:sp>
    </p:spTree>
    <p:extLst>
      <p:ext uri="{BB962C8B-B14F-4D97-AF65-F5344CB8AC3E}">
        <p14:creationId xmlns:p14="http://schemas.microsoft.com/office/powerpoint/2010/main" val="32382174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https://learn.microsoft.com/training/modules/guided-project-cost-guardrails/7-knowledge-check</a:t>
            </a:r>
          </a:p>
          <a:p>
            <a:endParaRPr lang="en-US" dirty="0"/>
          </a:p>
          <a:p>
            <a:r>
              <a:rPr lang="en-US" dirty="0"/>
              <a:t>Let us check your understanding of cost guardrails.</a:t>
            </a:r>
          </a:p>
          <a:p>
            <a:r>
              <a:rPr lang="en-US" dirty="0"/>
              <a:t>Question 1: A policy assignment with a deny effect prevents any deployment that does not meet the policy conditions. The deployment is blocked.</a:t>
            </a:r>
          </a:p>
          <a:p>
            <a:r>
              <a:rPr lang="en-US" dirty="0"/>
              <a:t>Question 2: Budget alerts notify you when spending approaches or exceeds defined thresholds. They send email notifications but do not stop resources.</a:t>
            </a:r>
          </a:p>
          <a:p>
            <a:r>
              <a:rPr lang="en-US" dirty="0"/>
              <a:t>Question 3: Consistent tags help you track and allocate costs by team, environment, or project.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https://learn.microsoft.com/training/modules/guided-project-monitor-service-health-activity-alerts/1-introduction</a:t>
            </a:r>
          </a:p>
          <a:p>
            <a:endParaRPr lang="en-US" dirty="0"/>
          </a:p>
          <a:p>
            <a:r>
              <a:rPr lang="en-US" dirty="0"/>
              <a:t>This guided project builds a starter monitoring baseline using free Azure alerting services.</a:t>
            </a:r>
          </a:p>
          <a:p>
            <a:r>
              <a:rPr lang="en-US" dirty="0"/>
              <a:t>Learners will create action groups, Service Health alerts, and Activity Log alerts.</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https://learn.microsoft.com/training/modules/guided-project-monitor-service-health-activity-alerts/1-introduction</a:t>
            </a:r>
          </a:p>
          <a:p>
            <a:endParaRPr lang="en-US" dirty="0"/>
          </a:p>
          <a:p>
            <a:r>
              <a:rPr lang="en-US" dirty="0"/>
              <a:t>After completing this project, learners will be able to create an action group with email notifications, configure a Service Health alert for platform incidents and maintenance, and create an Activity Log alert for resource deletion events.</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https://learn.microsoft.com/training/modules/guided-project-monitor-service-health-activity-alerts/1-introduction</a:t>
            </a:r>
          </a:p>
          <a:p>
            <a:endParaRPr lang="en-US" dirty="0"/>
          </a:p>
          <a:p>
            <a:r>
              <a:rPr lang="en-US" dirty="0"/>
              <a:t>Azure Monitor provides several alert types that work without paid compute resources.</a:t>
            </a:r>
          </a:p>
          <a:p>
            <a:r>
              <a:rPr lang="en-US" dirty="0"/>
              <a:t>Service Health alerts watch for platform-level incidents and planned maintenance. Activity Log alerts fire when management operations, like resource deletion, occur. Action groups define who gets notified and how.</a:t>
            </a:r>
          </a:p>
          <a:p>
            <a:r>
              <a:rPr lang="en-US" dirty="0"/>
              <a:t>In this project, the operations team sets up a notification pipeline for both platform issues and unexpected infrastructure changes.</a:t>
            </a:r>
          </a:p>
          <a:p>
            <a:r>
              <a:rPr lang="en-US" dirty="0"/>
              <a:t>Together, these three components give the team proactive visibility into events that affect their Azure environment.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3507D-35EC-E4F5-C114-49E39C4FE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57526-1304-FDC1-4F52-CB74FCF2F7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0A11FF-7228-6A03-10CE-1927B81C3373}"/>
              </a:ext>
            </a:extLst>
          </p:cNvPr>
          <p:cNvSpPr>
            <a:spLocks noGrp="1"/>
          </p:cNvSpPr>
          <p:nvPr>
            <p:ph type="body" idx="1"/>
          </p:nvPr>
        </p:nvSpPr>
        <p:spPr/>
        <p:txBody>
          <a:bodyPr/>
          <a:lstStyle/>
          <a:p>
            <a:r>
              <a:rPr lang="en-US" dirty="0"/>
              <a:t>Learn URL: https://learn.microsoft.com/training/modules/guided-project-monitor-service-health-activity-alerts/1-introduction</a:t>
            </a:r>
          </a:p>
          <a:p>
            <a:endParaRPr lang="en-US" dirty="0"/>
          </a:p>
          <a:p>
            <a:r>
              <a:rPr lang="en-US" dirty="0"/>
              <a:t>Azure Monitor provides several alert types that work without paid compute resources.</a:t>
            </a:r>
          </a:p>
          <a:p>
            <a:r>
              <a:rPr lang="en-US" dirty="0"/>
              <a:t>Service Health alerts watch for platform-level incidents and planned maintenance. Activity Log alerts fire when management operations, like resource deletion, occur. Action groups define who gets notified and how.</a:t>
            </a:r>
          </a:p>
          <a:p>
            <a:r>
              <a:rPr lang="en-US" dirty="0"/>
              <a:t>In this project, the operations team sets up a notification pipeline for both platform issues and unexpected infrastructure changes.</a:t>
            </a:r>
          </a:p>
          <a:p>
            <a:r>
              <a:rPr lang="en-US" dirty="0"/>
              <a:t>Together, these three components give the team proactive visibility into events that affect their Azure environment.</a:t>
            </a:r>
          </a:p>
        </p:txBody>
      </p:sp>
    </p:spTree>
    <p:extLst>
      <p:ext uri="{BB962C8B-B14F-4D97-AF65-F5344CB8AC3E}">
        <p14:creationId xmlns:p14="http://schemas.microsoft.com/office/powerpoint/2010/main" val="9345658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https://learn.microsoft.com/training/modules/guided-project-monitor-service-health-activity-alerts/7-knowledge-check</a:t>
            </a:r>
          </a:p>
          <a:p>
            <a:endParaRPr lang="en-US" dirty="0"/>
          </a:p>
          <a:p>
            <a:r>
              <a:rPr lang="en-US" dirty="0"/>
              <a:t>Let us check your understanding of monitoring alerts.</a:t>
            </a:r>
          </a:p>
          <a:p>
            <a:r>
              <a:rPr lang="en-US" dirty="0"/>
              <a:t>Question 1: An action group specifies notification targets such as email addresses, SMS numbers, or webhook endpoints that trigger when an alert fires.</a:t>
            </a:r>
          </a:p>
          <a:p>
            <a:r>
              <a:rPr lang="en-US" dirty="0"/>
              <a:t>Question 2: Service Health alerts notify you about Azure platform incidents, planned maintenance, and health advisories.</a:t>
            </a:r>
          </a:p>
          <a:p>
            <a:r>
              <a:rPr lang="en-US" dirty="0"/>
              <a:t>Question 3: Activity Log alerts fire when specific management operations occur, such as deleting a resource group or modifying a resource.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https://learn.microsoft.com/training/modules/guided-project-manage-resources-cloud-shell-cli/1-introduction</a:t>
            </a:r>
          </a:p>
          <a:p>
            <a:endParaRPr lang="en-US" dirty="0"/>
          </a:p>
          <a:p>
            <a:r>
              <a:rPr lang="en-US" dirty="0"/>
              <a:t>This guided project introduces Cloud Shell and the Azure CLI as tools for creating and managing Azure resources from the command line.</a:t>
            </a:r>
          </a:p>
          <a:p>
            <a:r>
              <a:rPr lang="en-US" dirty="0"/>
              <a:t>Learners will navigate the Bash environment, create resources, and use queries to filter output.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https://learn.microsoft.com/training/modules/guided-project-manage-resources-cloud-shell-cli/1-introduction</a:t>
            </a:r>
          </a:p>
          <a:p>
            <a:endParaRPr lang="en-US" dirty="0"/>
          </a:p>
          <a:p>
            <a:r>
              <a:rPr lang="en-US" dirty="0"/>
              <a:t>After completing this project, learners will be able to open Cloud Shell and navigate the Bash environment, create and list Azure resources using CLI commands, and tag and query resources with filters and output formatting.</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https://learn.microsoft.com/training/modules/guided-project-manage-resources-cloud-shell-cli/1-introduction</a:t>
            </a:r>
          </a:p>
          <a:p>
            <a:endParaRPr lang="en-US" dirty="0"/>
          </a:p>
          <a:p>
            <a:r>
              <a:rPr lang="en-US" dirty="0"/>
              <a:t>Azure Cloud Shell is a browser-based terminal built into the Azure portal. It comes preinstalled with the Azure CLI, so you can manage resources from the command line without installing anything locally.</a:t>
            </a:r>
          </a:p>
          <a:p>
            <a:r>
              <a:rPr lang="en-US" dirty="0"/>
              <a:t>The CLI is especially useful when performing the same operations across multiple resources quickly.</a:t>
            </a:r>
          </a:p>
          <a:p>
            <a:r>
              <a:rPr lang="en-US" dirty="0"/>
              <a:t>In this project, the IT administrator creates and manages resources efficiently from the command line. They open Cloud Shell, create a resource group and storage accounts, apply tags, query resources with JMESPath filters, and delete everything when done.</a:t>
            </a:r>
          </a:p>
          <a:p>
            <a:r>
              <a:rPr lang="en-US" dirty="0"/>
              <a:t>JMESPath is the built-in query language for filtering and reshaping JSON output from CLI commands.</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D000F-640A-BB3F-4D70-555376E0F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8DF281-A9DD-B778-D80A-BDDD425DF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819BD-5E53-C18E-A47D-A87B4EB2EB0F}"/>
              </a:ext>
            </a:extLst>
          </p:cNvPr>
          <p:cNvSpPr>
            <a:spLocks noGrp="1"/>
          </p:cNvSpPr>
          <p:nvPr>
            <p:ph type="body" idx="1"/>
          </p:nvPr>
        </p:nvSpPr>
        <p:spPr/>
        <p:txBody>
          <a:bodyPr/>
          <a:lstStyle/>
          <a:p>
            <a:r>
              <a:rPr lang="en-US" dirty="0"/>
              <a:t>Learn URL: https://learn.microsoft.com/training/modules/guided-project-manage-resources-cloud-shell-cli/1-introduction</a:t>
            </a:r>
          </a:p>
          <a:p>
            <a:endParaRPr lang="en-US" dirty="0"/>
          </a:p>
          <a:p>
            <a:r>
              <a:rPr lang="en-US" dirty="0"/>
              <a:t>Azure Cloud Shell is a browser-based terminal built into the Azure portal. It comes preinstalled with the Azure CLI, so you can manage resources from the command line without installing anything locally.</a:t>
            </a:r>
          </a:p>
          <a:p>
            <a:r>
              <a:rPr lang="en-US" dirty="0"/>
              <a:t>The CLI is especially useful when performing the same operations across multiple resources quickly.</a:t>
            </a:r>
          </a:p>
          <a:p>
            <a:r>
              <a:rPr lang="en-US" dirty="0"/>
              <a:t>In this project, the IT administrator creates and manages resources efficiently from the command line. They open Cloud Shell, create a resource group and storage accounts, apply tags, query resources with JMESPath filters, and delete everything when done.</a:t>
            </a:r>
          </a:p>
          <a:p>
            <a:r>
              <a:rPr lang="en-US" dirty="0"/>
              <a:t>JMESPath is the built-in query language for filtering and reshaping JSON output from CLI commands.</a:t>
            </a:r>
          </a:p>
        </p:txBody>
      </p:sp>
    </p:spTree>
    <p:extLst>
      <p:ext uri="{BB962C8B-B14F-4D97-AF65-F5344CB8AC3E}">
        <p14:creationId xmlns:p14="http://schemas.microsoft.com/office/powerpoint/2010/main" val="26854219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URL: https://learn.microsoft.com/training/modules/guided-project-manage-resources-cloud-shell-cli/7-knowledge-check</a:t>
            </a:r>
          </a:p>
          <a:p>
            <a:endParaRPr lang="en-US" dirty="0"/>
          </a:p>
          <a:p>
            <a:r>
              <a:rPr lang="en-US" dirty="0"/>
              <a:t>Let us check your understanding of Cloud Shell and CLI.</a:t>
            </a:r>
          </a:p>
          <a:p>
            <a:r>
              <a:rPr lang="en-US" dirty="0"/>
              <a:t>Question 1: The Azure CLI uses JMESPath, a built-in query language for filtering and reshaping JSON results.</a:t>
            </a:r>
          </a:p>
          <a:p>
            <a:r>
              <a:rPr lang="en-US" dirty="0"/>
              <a:t>Question 2: Deleting a resource group is a cascading operation that removes the group and every resource it contains.</a:t>
            </a:r>
          </a:p>
          <a:p>
            <a:r>
              <a:rPr lang="en-US" dirty="0"/>
              <a:t>Question 3: Cloud Shell defaults to a Bash environment for Azure CLI commands, providing a Linux-based shell experience.</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6.pn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18.jpeg"/></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19.jpeg"/></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19.jpeg"/></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6.jpeg"/><Relationship Id="rId1" Type="http://schemas.openxmlformats.org/officeDocument/2006/relationships/slideMaster" Target="../slideMasters/slideMaster3.xml"/><Relationship Id="rId5" Type="http://schemas.openxmlformats.org/officeDocument/2006/relationships/image" Target="../media/image6.jpeg"/><Relationship Id="rId4" Type="http://schemas.openxmlformats.org/officeDocument/2006/relationships/image" Target="../media/image25.jpeg"/></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3.xml"/><Relationship Id="rId4" Type="http://schemas.openxmlformats.org/officeDocument/2006/relationships/image" Target="../media/image31.jpeg"/></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3.xml"/><Relationship Id="rId5" Type="http://schemas.openxmlformats.org/officeDocument/2006/relationships/image" Target="../media/image35.jpeg"/><Relationship Id="rId4" Type="http://schemas.openxmlformats.org/officeDocument/2006/relationships/image" Target="../media/image34.jpe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6.jpeg"/><Relationship Id="rId1" Type="http://schemas.openxmlformats.org/officeDocument/2006/relationships/slideMaster" Target="../slideMasters/slideMaster3.xml"/><Relationship Id="rId6" Type="http://schemas.openxmlformats.org/officeDocument/2006/relationships/image" Target="../media/image36.jpeg"/><Relationship Id="rId5" Type="http://schemas.openxmlformats.org/officeDocument/2006/relationships/image" Target="../media/image26.jpeg"/><Relationship Id="rId4" Type="http://schemas.openxmlformats.org/officeDocument/2006/relationships/image" Target="../media/image19.jpe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19.jpe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26.jpeg"/><Relationship Id="rId4" Type="http://schemas.openxmlformats.org/officeDocument/2006/relationships/image" Target="../media/image19.jpe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6.jpeg"/><Relationship Id="rId1" Type="http://schemas.openxmlformats.org/officeDocument/2006/relationships/slideMaster" Target="../slideMasters/slideMaster3.xml"/><Relationship Id="rId6" Type="http://schemas.openxmlformats.org/officeDocument/2006/relationships/image" Target="../media/image36.jpeg"/><Relationship Id="rId5" Type="http://schemas.openxmlformats.org/officeDocument/2006/relationships/image" Target="../media/image26.jpeg"/><Relationship Id="rId4" Type="http://schemas.openxmlformats.org/officeDocument/2006/relationships/image" Target="../media/image19.jpe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3.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3.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 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134741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883381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19028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userDrawn="1">
          <p15:clr>
            <a:srgbClr val="FBAE40"/>
          </p15:clr>
        </p15:guide>
        <p15:guide id="2" orient="horz" pos="264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841306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guide id="40"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697126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1969660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940567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userDrawn="1">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userDrawn="1">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735694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2647809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18332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273439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userDrawn="1">
          <p15:clr>
            <a:srgbClr val="954F72"/>
          </p15:clr>
        </p15:guide>
        <p15:guide id="9" pos="2150">
          <p15:clr>
            <a:srgbClr val="954F72"/>
          </p15:clr>
        </p15:guide>
        <p15:guide id="10" pos="2544"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userDrawn="1">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16039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35124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23481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444439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2988" userDrawn="1">
          <p15:clr>
            <a:srgbClr val="FBAE40"/>
          </p15:clr>
        </p15:guide>
        <p15:guide id="42" pos="5352" userDrawn="1">
          <p15:clr>
            <a:srgbClr val="FBAE40"/>
          </p15:clr>
        </p15:guide>
        <p15:guide id="43" orient="horz" pos="108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539241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503279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8085712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35868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4442374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9798160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326113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224357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939882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userDrawn="1">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userDrawn="1">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439070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999AE8AC-4BD3-270C-095A-CBDB57EBDCA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4350463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187857"/>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156547"/>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8BE8869C-5952-747A-C0D5-069DD40B240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966892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Footer Placeholder 10">
            <a:extLst>
              <a:ext uri="{FF2B5EF4-FFF2-40B4-BE49-F238E27FC236}">
                <a16:creationId xmlns:a16="http://schemas.microsoft.com/office/drawing/2014/main" id="{59C58CD9-BE7F-91A5-A489-7701C46FA8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90662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76425179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6401984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8424348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9935578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689885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220598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3589038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08408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userDrawn="1">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26551399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185120091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678480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905234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7741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912588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359519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  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2243578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title style</a:t>
            </a:r>
          </a:p>
        </p:txBody>
      </p:sp>
      <p:sp>
        <p:nvSpPr>
          <p:cNvPr id="3" name="Footer Placeholder 10">
            <a:extLst>
              <a:ext uri="{FF2B5EF4-FFF2-40B4-BE49-F238E27FC236}">
                <a16:creationId xmlns:a16="http://schemas.microsoft.com/office/drawing/2014/main" id="{55F3B42E-49D5-A402-BB55-46E458419094}"/>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14592919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10">
            <a:extLst>
              <a:ext uri="{FF2B5EF4-FFF2-40B4-BE49-F238E27FC236}">
                <a16:creationId xmlns:a16="http://schemas.microsoft.com/office/drawing/2014/main" id="{1C4BDD7D-AB67-C540-A18F-6434E586C37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9163449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LearningPath2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4" name="Graphic 3">
            <a:extLst>
              <a:ext uri="{FF2B5EF4-FFF2-40B4-BE49-F238E27FC236}">
                <a16:creationId xmlns:a16="http://schemas.microsoft.com/office/drawing/2014/main" id="{7DE894E4-791C-907F-1385-BF33ADCFFE2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55591887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7064">
          <p15:clr>
            <a:srgbClr val="FBAE40"/>
          </p15:clr>
        </p15:guide>
        <p15:guide id="41" orient="horz" pos="363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0">
            <a:extLst>
              <a:ext uri="{FF2B5EF4-FFF2-40B4-BE49-F238E27FC236}">
                <a16:creationId xmlns:a16="http://schemas.microsoft.com/office/drawing/2014/main" id="{98D09561-FD4E-3066-64C2-824D66760B1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7271408"/>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8" name="Footer Placeholder 10">
            <a:extLst>
              <a:ext uri="{FF2B5EF4-FFF2-40B4-BE49-F238E27FC236}">
                <a16:creationId xmlns:a16="http://schemas.microsoft.com/office/drawing/2014/main" id="{03F58DC3-B4E8-1391-2AF6-4FE989430E6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945696836"/>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165232"/>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21038"/>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876845"/>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2" name="Footer Placeholder 10">
            <a:extLst>
              <a:ext uri="{FF2B5EF4-FFF2-40B4-BE49-F238E27FC236}">
                <a16:creationId xmlns:a16="http://schemas.microsoft.com/office/drawing/2014/main" id="{91010A63-B7F0-F2E2-B929-AA7970F2846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084305509"/>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04843045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 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src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bg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tx1"/>
                </a:solidFill>
                <a:latin typeface="+mn-lt"/>
                <a:cs typeface="Segoe UI" panose="020B0502040204020203"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rotWithShape="1">
          <a:blip r:embed="rId2"/>
          <a:srcRect r="19824"/>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anose="020B0502040204020203"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ts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anose="020B0502040204020203"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anose="020B0502040204020203"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ts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74320" indent="-137160">
              <a:spcAft>
                <a:spcPts val="0"/>
              </a:spcAft>
              <a:buFont typeface="Arial" panose="020B0604020202020204" pitchFamily="34" charset="0"/>
              <a:buChar char="•"/>
              <a:defRPr>
                <a:solidFill>
                  <a:schemeClr val="tx1"/>
                </a:solidFill>
              </a:defRPr>
            </a:lvl2pPr>
            <a:lvl3pPr marL="411480" indent="-137160">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714910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ts val="0"/>
              </a:spcAft>
              <a:buFont typeface="Arial" panose="020B0604020202020204" pitchFamily="34" charset="0"/>
              <a:buChar char="•"/>
              <a:defRPr>
                <a:solidFill>
                  <a:schemeClr val="tx1"/>
                </a:solidFill>
              </a:defRPr>
            </a:lvl1pPr>
            <a:lvl2pPr marL="265176" indent="-128016">
              <a:spcAft>
                <a:spcPts val="0"/>
              </a:spcAft>
              <a:buFont typeface="Arial" panose="020B0604020202020204" pitchFamily="34" charset="0"/>
              <a:buChar char="•"/>
              <a:defRPr>
                <a:solidFill>
                  <a:schemeClr val="tx1"/>
                </a:solidFill>
              </a:defRPr>
            </a:lvl2pPr>
            <a:lvl3pPr marL="384048" indent="-118872">
              <a:spcAft>
                <a:spcPts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999AE8AC-4BD3-270C-095A-CBDB57EBDCA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3422298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187857"/>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156547"/>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8BE8869C-5952-747A-C0D5-069DD40B240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3187353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anose="020B0502040204020203"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Footer Placeholder 10">
            <a:extLst>
              <a:ext uri="{FF2B5EF4-FFF2-40B4-BE49-F238E27FC236}">
                <a16:creationId xmlns:a16="http://schemas.microsoft.com/office/drawing/2014/main" id="{59C58CD9-BE7F-91A5-A489-7701C46FA8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344209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ts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anose="020B0502040204020203"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ts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ts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ts val="0"/>
              </a:spcBef>
              <a:buNone/>
              <a:defRPr lang="en-US" sz="140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a:spLocks/>
          </p:cNvSpPr>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ts val="0"/>
              </a:spcBef>
              <a:spcAft>
                <a:spcPts val="600"/>
              </a:spcAft>
              <a:buClr>
                <a:srgbClr val="E9E9E9"/>
              </a:buClr>
              <a:buSzPct val="120000"/>
              <a:buFontTx/>
              <a:buNone/>
              <a:tabLst/>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tabLst/>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dirty="0" smtClean="0">
                <a:ln w="3175">
                  <a:noFill/>
                </a:ln>
                <a:solidFill>
                  <a:schemeClr val="tx1"/>
                </a:solidFill>
                <a:effectLst/>
                <a:latin typeface="+mn-lt"/>
                <a:ea typeface="+mn-ea"/>
                <a:cs typeface="Segoe UI" panose="020B0502040204020203" pitchFamily="34" charset="0"/>
              </a:defRPr>
            </a:lvl1pPr>
            <a:lvl2pPr marL="155448" indent="0">
              <a:buNone/>
              <a:defRPr lang="en-US" sz="2000" b="0" kern="1200" cap="none" spc="-50" baseline="0" dirty="0" smtClean="0">
                <a:ln w="3175">
                  <a:noFill/>
                </a:ln>
                <a:solidFill>
                  <a:schemeClr val="bg1"/>
                </a:solidFill>
                <a:effectLst/>
                <a:latin typeface="+mn-lt"/>
                <a:ea typeface="+mn-ea"/>
                <a:cs typeface="Segoe UI" panose="020B0502040204020203"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  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anose="020B0502040204020203"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ts val="0"/>
              </a:spcBef>
              <a:buNone/>
              <a:defRPr sz="1600" spc="0" baseline="0">
                <a:solidFill>
                  <a:schemeClr val="bg1"/>
                </a:solidFill>
                <a:latin typeface="+mn-lt"/>
                <a:cs typeface="Segoe UI" panose="020B0502040204020203"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ts val="0"/>
              </a:spcBef>
              <a:buNone/>
              <a:defRPr sz="1000" spc="0" baseline="0">
                <a:solidFill>
                  <a:schemeClr val="bg1"/>
                </a:solidFill>
                <a:latin typeface="+mn-lt"/>
                <a:cs typeface="Segoe UI" panose="020B0502040204020203"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title style</a:t>
            </a:r>
          </a:p>
        </p:txBody>
      </p:sp>
      <p:sp>
        <p:nvSpPr>
          <p:cNvPr id="3" name="Footer Placeholder 10">
            <a:extLst>
              <a:ext uri="{FF2B5EF4-FFF2-40B4-BE49-F238E27FC236}">
                <a16:creationId xmlns:a16="http://schemas.microsoft.com/office/drawing/2014/main" id="{55F3B42E-49D5-A402-BB55-46E458419094}"/>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1044055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10">
            <a:extLst>
              <a:ext uri="{FF2B5EF4-FFF2-40B4-BE49-F238E27FC236}">
                <a16:creationId xmlns:a16="http://schemas.microsoft.com/office/drawing/2014/main" id="{1C4BDD7D-AB67-C540-A18F-6434E586C37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577163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0">
            <a:extLst>
              <a:ext uri="{FF2B5EF4-FFF2-40B4-BE49-F238E27FC236}">
                <a16:creationId xmlns:a16="http://schemas.microsoft.com/office/drawing/2014/main" id="{98D09561-FD4E-3066-64C2-824D66760B1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542492"/>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8" name="Footer Placeholder 10">
            <a:extLst>
              <a:ext uri="{FF2B5EF4-FFF2-40B4-BE49-F238E27FC236}">
                <a16:creationId xmlns:a16="http://schemas.microsoft.com/office/drawing/2014/main" id="{03F58DC3-B4E8-1391-2AF6-4FE989430E6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671429784"/>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165232"/>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21038"/>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876845"/>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2" name="Footer Placeholder 10">
            <a:extLst>
              <a:ext uri="{FF2B5EF4-FFF2-40B4-BE49-F238E27FC236}">
                <a16:creationId xmlns:a16="http://schemas.microsoft.com/office/drawing/2014/main" id="{91010A63-B7F0-F2E2-B929-AA7970F2846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35761152"/>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Walk-in">
    <p:bg>
      <p:bgPr>
        <a:solidFill>
          <a:schemeClr val="bg2"/>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4" name="Picture 3" descr="Microsoft Learn Spark possibility">
            <a:extLst>
              <a:ext uri="{FF2B5EF4-FFF2-40B4-BE49-F238E27FC236}">
                <a16:creationId xmlns:a16="http://schemas.microsoft.com/office/drawing/2014/main" id="{5DD74BAF-F737-DF24-4119-69612D6CEE2E}"/>
              </a:ext>
            </a:extLst>
          </p:cNvPr>
          <p:cNvPicPr>
            <a:picLocks noGrp="1" noRot="1" noMove="1" noResize="1" noEditPoints="1" noAdjustHandles="1" noChangeArrowheads="1" noChangeShapeType="1" noCrop="1"/>
          </p:cNvPicPr>
          <p:nvPr userDrawn="1"/>
        </p:nvPicPr>
        <p:blipFill>
          <a:blip r:embed="rId3"/>
          <a:srcRect/>
          <a:stretch/>
        </p:blipFill>
        <p:spPr>
          <a:xfrm>
            <a:off x="223228" y="2573202"/>
            <a:ext cx="5344642" cy="1681957"/>
          </a:xfrm>
          <a:prstGeom prst="rect">
            <a:avLst/>
          </a:prstGeom>
        </p:spPr>
      </p:pic>
    </p:spTree>
    <p:extLst>
      <p:ext uri="{BB962C8B-B14F-4D97-AF65-F5344CB8AC3E}">
        <p14:creationId xmlns:p14="http://schemas.microsoft.com/office/powerpoint/2010/main" val="19961896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Walk-in">
    <p:bg>
      <p:bgPr>
        <a:solidFill>
          <a:schemeClr val="bg2"/>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2" name="Title 1">
            <a:extLst>
              <a:ext uri="{FF2B5EF4-FFF2-40B4-BE49-F238E27FC236}">
                <a16:creationId xmlns:a16="http://schemas.microsoft.com/office/drawing/2014/main" id="{C419B008-216D-CA1F-2D39-75B36E6A6972}"/>
              </a:ext>
            </a:extLst>
          </p:cNvPr>
          <p:cNvSpPr>
            <a:spLocks noGrp="1"/>
          </p:cNvSpPr>
          <p:nvPr>
            <p:ph type="title" hasCustomPrompt="1"/>
          </p:nvPr>
        </p:nvSpPr>
        <p:spPr>
          <a:xfrm>
            <a:off x="588263" y="2573338"/>
            <a:ext cx="11021125" cy="1676929"/>
          </a:xfrm>
        </p:spPr>
        <p:txBody>
          <a:bodyPr wrap="square" anchor="b" anchorCtr="0">
            <a:noAutofit/>
          </a:bodyPr>
          <a:lstStyle>
            <a:lvl1pPr>
              <a:lnSpc>
                <a:spcPct val="90000"/>
              </a:lnSpc>
              <a:defRPr sz="4800">
                <a:solidFill>
                  <a:schemeClr val="tx1"/>
                </a:solidFill>
              </a:defRPr>
            </a:lvl1pPr>
          </a:lstStyle>
          <a:p>
            <a:r>
              <a:rPr lang="en-US"/>
              <a:t>Microsoft Learn</a:t>
            </a:r>
            <a:br>
              <a:rPr lang="en-US"/>
            </a:br>
            <a:r>
              <a:rPr lang="en-US"/>
              <a:t>presentation title or event name</a:t>
            </a:r>
          </a:p>
        </p:txBody>
      </p:sp>
      <p:sp>
        <p:nvSpPr>
          <p:cNvPr id="13" name="Text Placeholder 4">
            <a:extLst>
              <a:ext uri="{FF2B5EF4-FFF2-40B4-BE49-F238E27FC236}">
                <a16:creationId xmlns:a16="http://schemas.microsoft.com/office/drawing/2014/main" id="{AA0EBFEA-E746-E760-148D-6B55E33CE98B}"/>
              </a:ext>
            </a:extLst>
          </p:cNvPr>
          <p:cNvSpPr>
            <a:spLocks noGrp="1"/>
          </p:cNvSpPr>
          <p:nvPr>
            <p:ph type="body" sz="quarter" idx="12" hasCustomPrompt="1"/>
          </p:nvPr>
        </p:nvSpPr>
        <p:spPr>
          <a:xfrm>
            <a:off x="582043" y="4445908"/>
            <a:ext cx="11021124"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8658998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nSpc>
                <a:spcPct val="100000"/>
              </a:lnSpc>
              <a:defRPr sz="36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900723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16C68DE-B737-469C-0510-1CE6FB0FCD97}"/>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106072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6A99E2-B1B8-F05E-79FB-6E5F6BA2198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979539"/>
            <a:ext cx="8680865" cy="553998"/>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867398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536316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518B55A-6C79-359D-87CF-515B5B5F6EF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cxnSp>
        <p:nvCxnSpPr>
          <p:cNvPr id="12" name="Straight Connector 11">
            <a:extLst>
              <a:ext uri="{FF2B5EF4-FFF2-40B4-BE49-F238E27FC236}">
                <a16:creationId xmlns:a16="http://schemas.microsoft.com/office/drawing/2014/main" id="{731143F6-2E66-B7DD-83D0-10E3BEE182CA}"/>
              </a:ext>
              <a:ext uri="{C183D7F6-B498-43B3-948B-1728B52AA6E4}">
                <adec:decorative xmlns:adec="http://schemas.microsoft.com/office/drawing/2017/decorative" val="1"/>
              </a:ext>
            </a:extLst>
          </p:cNvPr>
          <p:cNvCxnSpPr>
            <a:cxnSpLocks/>
          </p:cNvCxnSpPr>
          <p:nvPr userDrawn="1"/>
        </p:nvCxnSpPr>
        <p:spPr>
          <a:xfrm>
            <a:off x="585216" y="3915473"/>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D47B2CB-325C-5073-D8C2-698C29B7BD94}"/>
              </a:ext>
            </a:extLst>
          </p:cNvPr>
          <p:cNvSpPr>
            <a:spLocks noGrp="1"/>
          </p:cNvSpPr>
          <p:nvPr>
            <p:ph type="body" sz="quarter" idx="13" hasCustomPrompt="1"/>
          </p:nvPr>
        </p:nvSpPr>
        <p:spPr>
          <a:xfrm>
            <a:off x="582043" y="426212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120714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5">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C7D666-BCD6-C322-9710-8EA204E6238D}"/>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1" y="0"/>
            <a:ext cx="12191996" cy="685799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7" name="Picture Placeholder" descr="This photo is a 'placeholder' only. Drag or drop your photo here, or click and tap the center to insert a photo.">
            <a:extLst>
              <a:ext uri="{FF2B5EF4-FFF2-40B4-BE49-F238E27FC236}">
                <a16:creationId xmlns:a16="http://schemas.microsoft.com/office/drawing/2014/main" id="{A02A72DD-8168-61B6-9FF1-1DF8840DE8A9}"/>
              </a:ext>
            </a:extLst>
          </p:cNvPr>
          <p:cNvSpPr>
            <a:spLocks noGrp="1"/>
          </p:cNvSpPr>
          <p:nvPr>
            <p:ph type="pic" sz="quarter" idx="14"/>
          </p:nvPr>
        </p:nvSpPr>
        <p:spPr bwMode="ltGray">
          <a:xfrm>
            <a:off x="8547960" y="2099733"/>
            <a:ext cx="2863181" cy="2863181"/>
          </a:xfrm>
          <a:prstGeom prst="roundRect">
            <a:avLst>
              <a:gd name="adj" fmla="val 21738"/>
            </a:avLst>
          </a:prstGeo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Click icon to add picture</a:t>
            </a:r>
          </a:p>
        </p:txBody>
      </p:sp>
    </p:spTree>
    <p:extLst>
      <p:ext uri="{BB962C8B-B14F-4D97-AF65-F5344CB8AC3E}">
        <p14:creationId xmlns:p14="http://schemas.microsoft.com/office/powerpoint/2010/main" val="18328418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_Title Slide 5">
    <p:bg>
      <p:bgPr>
        <a:solidFill>
          <a:schemeClr val="bg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3A552F5-A279-E01D-8684-06A66C8E3A38}"/>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4" y="2425541"/>
            <a:ext cx="4419602"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4" y="3962400"/>
            <a:ext cx="4419602"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7" name="Picture Placeholder" descr="This photo is a 'placeholder' only. Drag or drop your photo here, or click and tap the center to insert a photo.">
            <a:extLst>
              <a:ext uri="{FF2B5EF4-FFF2-40B4-BE49-F238E27FC236}">
                <a16:creationId xmlns:a16="http://schemas.microsoft.com/office/drawing/2014/main" id="{A02A72DD-8168-61B6-9FF1-1DF8840DE8A9}"/>
              </a:ext>
            </a:extLst>
          </p:cNvPr>
          <p:cNvSpPr>
            <a:spLocks noGrp="1"/>
          </p:cNvSpPr>
          <p:nvPr>
            <p:ph type="pic" sz="quarter" idx="14"/>
          </p:nvPr>
        </p:nvSpPr>
        <p:spPr bwMode="ltGray">
          <a:xfrm>
            <a:off x="6066182" y="1209017"/>
            <a:ext cx="4419601" cy="4419601"/>
          </a:xfrm>
          <a:prstGeom prst="roundRect">
            <a:avLst>
              <a:gd name="adj" fmla="val 21738"/>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Click icon to add picture</a:t>
            </a:r>
          </a:p>
        </p:txBody>
      </p:sp>
    </p:spTree>
    <p:extLst>
      <p:ext uri="{BB962C8B-B14F-4D97-AF65-F5344CB8AC3E}">
        <p14:creationId xmlns:p14="http://schemas.microsoft.com/office/powerpoint/2010/main" val="17588941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Slid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3393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4260778"/>
            <a:ext cx="4335897"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9C6438B-8AA6-6FF8-579B-E6859D9CFF89}"/>
              </a:ext>
            </a:extLst>
          </p:cNvPr>
          <p:cNvSpPr>
            <a:spLocks noGrp="1"/>
          </p:cNvSpPr>
          <p:nvPr>
            <p:ph type="pic" sz="quarter" idx="11" hasCustomPrompt="1"/>
          </p:nvPr>
        </p:nvSpPr>
        <p:spPr bwMode="ltGray">
          <a:xfrm>
            <a:off x="5334000" y="0"/>
            <a:ext cx="6858000" cy="6858000"/>
          </a:xfr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8" name="Straight Connector 7">
            <a:extLst>
              <a:ext uri="{FF2B5EF4-FFF2-40B4-BE49-F238E27FC236}">
                <a16:creationId xmlns:a16="http://schemas.microsoft.com/office/drawing/2014/main" id="{D9E5E791-B100-3AA7-21F7-E48EDD0B5D63}"/>
              </a:ext>
              <a:ext uri="{C183D7F6-B498-43B3-948B-1728B52AA6E4}">
                <adec:decorative xmlns:adec="http://schemas.microsoft.com/office/drawing/2017/decorative" val="1"/>
              </a:ext>
            </a:extLst>
          </p:cNvPr>
          <p:cNvCxnSpPr>
            <a:cxnSpLocks/>
          </p:cNvCxnSpPr>
          <p:nvPr userDrawn="1"/>
        </p:nvCxnSpPr>
        <p:spPr>
          <a:xfrm>
            <a:off x="585216" y="3915473"/>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65211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_Microso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a:xfrm>
            <a:off x="588263" y="457200"/>
            <a:ext cx="11018520" cy="553998"/>
          </a:xfrm>
        </p:spPr>
        <p:txBody>
          <a:bodyPr/>
          <a:lstStyle>
            <a:lvl1pPr>
              <a:lnSpc>
                <a:spcPct val="100000"/>
              </a:lnSpc>
              <a:defRPr sz="3600">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6013237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pic>
        <p:nvPicPr>
          <p:cNvPr id="1026" name="Picture 2" descr="A black triangle on a white background  Description automatically generated">
            <a:extLst>
              <a:ext uri="{FF2B5EF4-FFF2-40B4-BE49-F238E27FC236}">
                <a16:creationId xmlns:a16="http://schemas.microsoft.com/office/drawing/2014/main" id="{D34FB095-B792-8E28-D887-870C3ECB52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711892" y="6232204"/>
            <a:ext cx="287452" cy="457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253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7" name="Text Placeholder 3">
            <a:extLst>
              <a:ext uri="{FF2B5EF4-FFF2-40B4-BE49-F238E27FC236}">
                <a16:creationId xmlns:a16="http://schemas.microsoft.com/office/drawing/2014/main" id="{86F2E5AA-B8E1-2D99-BFF6-55964406C169}"/>
              </a:ext>
            </a:extLst>
          </p:cNvPr>
          <p:cNvSpPr>
            <a:spLocks noGrp="1"/>
          </p:cNvSpPr>
          <p:nvPr>
            <p:ph type="body" sz="quarter" idx="10" hasCustomPrompt="1"/>
          </p:nvPr>
        </p:nvSpPr>
        <p:spPr>
          <a:xfrm>
            <a:off x="584200" y="1961079"/>
            <a:ext cx="11018521" cy="307777"/>
          </a:xfrm>
          <a:prstGeom prst="rect">
            <a:avLst/>
          </a:prstGeom>
        </p:spPr>
        <p:txBody>
          <a:bodyPr wrap="square" lIns="0" tIns="0" rIns="0" bIns="0">
            <a:spAutoFit/>
          </a:bodyPr>
          <a:lstStyle>
            <a:lvl1pPr marL="0" indent="0">
              <a:lnSpc>
                <a:spcPts val="2400"/>
              </a:lnSpc>
              <a:buNone/>
              <a:defRPr sz="2000" b="0" i="0" spc="0">
                <a:solidFill>
                  <a:srgbClr val="000000"/>
                </a:solidFill>
                <a:latin typeface="+mj-lt"/>
              </a:defRPr>
            </a:lvl1pPr>
            <a:lvl2pPr marL="0" indent="0">
              <a:lnSpc>
                <a:spcPts val="2400"/>
              </a:lnSpc>
              <a:buNone/>
              <a:defRPr spc="0">
                <a:solidFill>
                  <a:srgbClr val="000000"/>
                </a:solidFill>
                <a:latin typeface="+mn-lt"/>
              </a:defRPr>
            </a:lvl2pPr>
            <a:lvl3pPr marL="457200" indent="0">
              <a:buNone/>
              <a:defRPr/>
            </a:lvl3pPr>
            <a:lvl4pPr marL="685800" indent="0">
              <a:buNone/>
              <a:defRPr/>
            </a:lvl4pPr>
            <a:lvl5pPr marL="914400" indent="0">
              <a:buNone/>
              <a:defRPr/>
            </a:lvl5pPr>
          </a:lstStyle>
          <a:p>
            <a:pPr lvl="1"/>
            <a:r>
              <a:rPr lang="en-US"/>
              <a:t>Large: subhead Segoe UI Regular 20/24</a:t>
            </a:r>
          </a:p>
        </p:txBody>
      </p:sp>
      <p:sp>
        <p:nvSpPr>
          <p:cNvPr id="8" name="Text Placeholder 4">
            <a:extLst>
              <a:ext uri="{FF2B5EF4-FFF2-40B4-BE49-F238E27FC236}">
                <a16:creationId xmlns:a16="http://schemas.microsoft.com/office/drawing/2014/main" id="{24F7BF36-6F86-1AAC-B730-8494CAF9A2B5}"/>
              </a:ext>
            </a:extLst>
          </p:cNvPr>
          <p:cNvSpPr>
            <a:spLocks noGrp="1"/>
          </p:cNvSpPr>
          <p:nvPr>
            <p:ph type="body" sz="quarter" idx="11" hasCustomPrompt="1"/>
          </p:nvPr>
        </p:nvSpPr>
        <p:spPr>
          <a:xfrm>
            <a:off x="584200" y="3075739"/>
            <a:ext cx="11018521" cy="220510"/>
          </a:xfrm>
          <a:prstGeom prst="rect">
            <a:avLst/>
          </a:prstGeom>
        </p:spPr>
        <p:txBody>
          <a:bodyPr lIns="0" tIns="0" rIns="0" bIns="0"/>
          <a:lstStyle>
            <a:lvl1pPr marL="0" indent="0">
              <a:lnSpc>
                <a:spcPts val="1800"/>
              </a:lnSpc>
              <a:spcBef>
                <a:spcPts val="0"/>
              </a:spcBef>
              <a:buNone/>
              <a:defRPr sz="1400" b="0" spc="0">
                <a:solidFill>
                  <a:schemeClr val="accent1"/>
                </a:solidFill>
                <a:latin typeface="+mj-lt"/>
              </a:defRPr>
            </a:lvl1pPr>
            <a:lvl2pPr marL="0" indent="0">
              <a:lnSpc>
                <a:spcPts val="1800"/>
              </a:lnSpc>
              <a:spcBef>
                <a:spcPts val="0"/>
              </a:spcBef>
              <a:buNone/>
              <a:defRPr sz="1400" spc="0">
                <a:solidFill>
                  <a:srgbClr val="000000"/>
                </a:solidFill>
              </a:defRPr>
            </a:lvl2pPr>
            <a:lvl3pPr marL="457200" indent="0">
              <a:buNone/>
              <a:defRPr/>
            </a:lvl3pPr>
            <a:lvl4pPr marL="685800" indent="0">
              <a:buNone/>
              <a:defRPr/>
            </a:lvl4pPr>
            <a:lvl5pPr marL="914400" indent="0">
              <a:buNone/>
              <a:defRPr/>
            </a:lvl5pPr>
          </a:lstStyle>
          <a:p>
            <a:pPr lvl="0"/>
            <a:r>
              <a:rPr lang="en-US"/>
              <a:t>Medium: paragraph heading Segoe UI </a:t>
            </a:r>
            <a:r>
              <a:rPr lang="en-US" err="1"/>
              <a:t>Semibold</a:t>
            </a:r>
            <a:r>
              <a:rPr lang="en-US"/>
              <a:t> 14/18</a:t>
            </a:r>
          </a:p>
        </p:txBody>
      </p:sp>
      <p:sp>
        <p:nvSpPr>
          <p:cNvPr id="9" name="Text Placeholder 6">
            <a:extLst>
              <a:ext uri="{FF2B5EF4-FFF2-40B4-BE49-F238E27FC236}">
                <a16:creationId xmlns:a16="http://schemas.microsoft.com/office/drawing/2014/main" id="{345546AD-A5A5-3F3C-BA37-4B19AEF2A5DB}"/>
              </a:ext>
            </a:extLst>
          </p:cNvPr>
          <p:cNvSpPr>
            <a:spLocks noGrp="1"/>
          </p:cNvSpPr>
          <p:nvPr>
            <p:ph type="body" sz="quarter" idx="14" hasCustomPrompt="1"/>
          </p:nvPr>
        </p:nvSpPr>
        <p:spPr>
          <a:xfrm>
            <a:off x="584200" y="4593491"/>
            <a:ext cx="11018521" cy="153888"/>
          </a:xfrm>
          <a:prstGeom prst="rect">
            <a:avLst/>
          </a:prstGeom>
        </p:spPr>
        <p:txBody>
          <a:bodyPr lIns="0" tIns="0" rIns="0" bIns="0"/>
          <a:lstStyle>
            <a:lvl1pPr marL="0" indent="0">
              <a:lnSpc>
                <a:spcPts val="1200"/>
              </a:lnSpc>
              <a:spcBef>
                <a:spcPts val="0"/>
              </a:spcBef>
              <a:buNone/>
              <a:defRPr sz="1000" spc="0">
                <a:solidFill>
                  <a:schemeClr val="tx1"/>
                </a:solidFill>
              </a:defRPr>
            </a:lvl1pPr>
            <a:lvl2pPr marL="0" indent="0">
              <a:lnSpc>
                <a:spcPct val="100000"/>
              </a:lnSpc>
              <a:spcBef>
                <a:spcPts val="0"/>
              </a:spcBef>
              <a:buNone/>
              <a:defRPr sz="1000" spc="0">
                <a:solidFill>
                  <a:srgbClr val="000000"/>
                </a:solidFill>
              </a:defRPr>
            </a:lvl2pPr>
            <a:lvl3pPr marL="457200" indent="0">
              <a:buNone/>
              <a:defRPr/>
            </a:lvl3pPr>
            <a:lvl4pPr marL="685800"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0" name="Text Placeholder 3">
            <a:extLst>
              <a:ext uri="{FF2B5EF4-FFF2-40B4-BE49-F238E27FC236}">
                <a16:creationId xmlns:a16="http://schemas.microsoft.com/office/drawing/2014/main" id="{90ACF05F-2419-331C-73AA-1456DD524AFE}"/>
              </a:ext>
            </a:extLst>
          </p:cNvPr>
          <p:cNvSpPr>
            <a:spLocks noGrp="1"/>
          </p:cNvSpPr>
          <p:nvPr>
            <p:ph type="body" sz="quarter" idx="24" hasCustomPrompt="1"/>
          </p:nvPr>
        </p:nvSpPr>
        <p:spPr>
          <a:xfrm>
            <a:off x="582338" y="4385524"/>
            <a:ext cx="11018521"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Small: caption title Segoe UI Bold 10/12. </a:t>
            </a:r>
          </a:p>
        </p:txBody>
      </p:sp>
      <p:sp>
        <p:nvSpPr>
          <p:cNvPr id="11" name="Text Placeholder 4">
            <a:extLst>
              <a:ext uri="{FF2B5EF4-FFF2-40B4-BE49-F238E27FC236}">
                <a16:creationId xmlns:a16="http://schemas.microsoft.com/office/drawing/2014/main" id="{F10E3B9C-87B7-FCD5-21F0-3C1505450B59}"/>
              </a:ext>
            </a:extLst>
          </p:cNvPr>
          <p:cNvSpPr>
            <a:spLocks noGrp="1"/>
          </p:cNvSpPr>
          <p:nvPr>
            <p:ph type="body" sz="quarter" idx="18" hasCustomPrompt="1"/>
          </p:nvPr>
        </p:nvSpPr>
        <p:spPr>
          <a:xfrm>
            <a:off x="582338" y="3385527"/>
            <a:ext cx="11018521" cy="220445"/>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Medium: body copy Segoe UI Regular 14/18</a:t>
            </a:r>
          </a:p>
        </p:txBody>
      </p:sp>
    </p:spTree>
    <p:extLst>
      <p:ext uri="{BB962C8B-B14F-4D97-AF65-F5344CB8AC3E}">
        <p14:creationId xmlns:p14="http://schemas.microsoft.com/office/powerpoint/2010/main" val="38779229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4F3F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89" y="2030760"/>
            <a:ext cx="9570435" cy="307777"/>
          </a:xfrm>
        </p:spPr>
        <p:txBody>
          <a:bodyPr wrap="square">
            <a:spAutoFit/>
          </a:bodyPr>
          <a:lstStyle>
            <a:lvl1pPr marL="0" indent="0">
              <a:buNone/>
              <a:defRPr lang="en-US" sz="2000" kern="1200" spc="0" baseline="0" dirty="0" smtClean="0">
                <a:solidFill>
                  <a:schemeClr val="tx1"/>
                </a:solidFill>
                <a:latin typeface="+mn-lt"/>
                <a:ea typeface="+mn-ea"/>
                <a:cs typeface="Segoe UI" panose="020B0502040204020203" pitchFamily="34" charset="0"/>
              </a:defRPr>
            </a:lvl1pPr>
            <a:lvl2pPr marL="228600" indent="0">
              <a:buNone/>
              <a:defRPr/>
            </a:lvl2pPr>
            <a:lvl3pPr marL="457200" indent="0">
              <a:buNone/>
              <a:defRPr/>
            </a:lvl3pPr>
            <a:lvl4pPr marL="685800" indent="0">
              <a:buNone/>
              <a:defRPr/>
            </a:lvl4pPr>
            <a:lvl5pPr marL="914400" indent="0">
              <a:buNone/>
              <a:defRPr/>
            </a:lvl5pPr>
          </a:lstStyle>
          <a:p>
            <a:pPr marL="342900" marR="0" lvl="0" indent="-342900" algn="l" defTabSz="932742" rtl="0" eaLnBrk="1" fontAlgn="auto" latinLnBrk="0" hangingPunct="1">
              <a:lnSpc>
                <a:spcPts val="2400"/>
              </a:lnSpc>
              <a:spcBef>
                <a:spcPts val="0"/>
              </a:spcBef>
              <a:spcAft>
                <a:spcPts val="0"/>
              </a:spcAft>
              <a:buClrTx/>
              <a:buSzPct val="90000"/>
              <a:buFont typeface="Arial" panose="020B0604020202020204" pitchFamily="34" charset="0"/>
              <a:buChar char="•"/>
              <a:tabLst/>
              <a:defRPr/>
            </a:pPr>
            <a:r>
              <a:rPr lang="en-US"/>
              <a:t>Click to edit Master text styles</a:t>
            </a:r>
          </a:p>
        </p:txBody>
      </p:sp>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0989989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hasCustomPrompt="1"/>
          </p:nvPr>
        </p:nvSpPr>
        <p:spPr/>
        <p:txBody>
          <a:bodyPr/>
          <a:lstStyle/>
          <a:p>
            <a:r>
              <a:rPr lang="en-US"/>
              <a:t>Click to edit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hasCustomPrompt="1"/>
          </p:nvPr>
        </p:nvSpPr>
        <p:spPr>
          <a:xfrm>
            <a:off x="584200" y="1435100"/>
            <a:ext cx="5211763"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hasCustomPrompt="1"/>
          </p:nvPr>
        </p:nvSpPr>
        <p:spPr>
          <a:xfrm>
            <a:off x="6389688" y="1435100"/>
            <a:ext cx="5219700"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544984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p:cNvSpPr>
            <a:spLocks noGrp="1"/>
          </p:cNvSpPr>
          <p:nvPr>
            <p:ph type="body" sz="quarter" idx="10" hasCustomPrompt="1"/>
          </p:nvPr>
        </p:nvSpPr>
        <p:spPr>
          <a:xfrm>
            <a:off x="584200" y="1435100"/>
            <a:ext cx="5212080" cy="1403461"/>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tabLst/>
              <a:defRPr sz="1400" b="0"/>
            </a:lvl3pPr>
            <a:lvl4pPr marL="652462" indent="0">
              <a:buFont typeface="Wingdings" panose="05000000000000000000" pitchFamily="2" charset="2"/>
              <a:buNone/>
              <a:defRPr sz="1200" b="0"/>
            </a:lvl4pPr>
            <a:lvl5pPr marL="854075" indent="0">
              <a:buFont typeface="Wingdings" panose="05000000000000000000" pitchFamily="2" charset="2"/>
              <a:buNone/>
              <a:tabLst/>
              <a:defRPr sz="12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hasCustomPrompt="1"/>
          </p:nvPr>
        </p:nvSpPr>
        <p:spPr>
          <a:xfrm>
            <a:off x="6397171" y="1435100"/>
            <a:ext cx="5212080" cy="1403461"/>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tabLst/>
              <a:defRPr sz="1400" b="0"/>
            </a:lvl3pPr>
            <a:lvl4pPr marL="652462" indent="0">
              <a:buFont typeface="Wingdings" panose="05000000000000000000" pitchFamily="2" charset="2"/>
              <a:buNone/>
              <a:defRPr sz="1200" b="0"/>
            </a:lvl4pPr>
            <a:lvl5pPr marL="854075" indent="0">
              <a:buFont typeface="Wingdings" panose="05000000000000000000" pitchFamily="2" charset="2"/>
              <a:buNone/>
              <a:tabLst/>
              <a:defRPr sz="12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79388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hasCustomPrompt="1"/>
          </p:nvPr>
        </p:nvSpPr>
        <p:spPr>
          <a:xfrm>
            <a:off x="584200"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hasCustomPrompt="1"/>
          </p:nvPr>
        </p:nvSpPr>
        <p:spPr>
          <a:xfrm>
            <a:off x="584200" y="2084388"/>
            <a:ext cx="5219700" cy="1175706"/>
          </a:xfrm>
        </p:spPr>
        <p:txBody>
          <a:bodyPr>
            <a:spAutoFit/>
          </a:bodyPr>
          <a:lstStyle>
            <a:lvl1pPr marL="171450" indent="-171450">
              <a:defRPr lang="en-US" sz="2000" dirty="0"/>
            </a:lvl1pPr>
            <a:lvl2pPr marL="342900" indent="-171450">
              <a:defRPr lang="en-US" sz="1400" dirty="0"/>
            </a:lvl2pPr>
            <a:lvl3pPr marL="514350" indent="-171450">
              <a:defRPr lang="en-US" sz="1100" dirty="0"/>
            </a:lvl3pPr>
            <a:lvl4pPr marL="666750" indent="-152400">
              <a:defRPr lang="en-US" sz="1050" dirty="0"/>
            </a:lvl4pPr>
            <a:lvl5pPr marL="793750" indent="-120650">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hasCustomPrompt="1"/>
          </p:nvPr>
        </p:nvSpPr>
        <p:spPr>
          <a:xfrm>
            <a:off x="6397625"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hasCustomPrompt="1"/>
          </p:nvPr>
        </p:nvSpPr>
        <p:spPr>
          <a:xfrm>
            <a:off x="6397625" y="2084388"/>
            <a:ext cx="5219700" cy="1175706"/>
          </a:xfrm>
        </p:spPr>
        <p:txBody>
          <a:bodyPr>
            <a:spAutoFit/>
          </a:bodyPr>
          <a:lstStyle>
            <a:lvl1pPr marL="171450" indent="-171450">
              <a:defRPr lang="en-US" sz="2000" dirty="0"/>
            </a:lvl1pPr>
            <a:lvl2pPr marL="342900" indent="-171450">
              <a:defRPr lang="en-US" sz="1400" dirty="0"/>
            </a:lvl2pPr>
            <a:lvl3pPr marL="514350" indent="-171450">
              <a:defRPr lang="en-US" sz="1100" dirty="0"/>
            </a:lvl3pPr>
            <a:lvl4pPr marL="685800" indent="-136525">
              <a:defRPr lang="en-US" sz="1050" dirty="0"/>
            </a:lvl4pPr>
            <a:lvl5pPr marL="793750" indent="-120650">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1860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hasCustomPrompt="1"/>
          </p:nvPr>
        </p:nvSpPr>
        <p:spPr>
          <a:xfrm>
            <a:off x="584200"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hasCustomPrompt="1"/>
          </p:nvPr>
        </p:nvSpPr>
        <p:spPr>
          <a:xfrm>
            <a:off x="588963" y="2081212"/>
            <a:ext cx="5214937" cy="1175706"/>
          </a:xfrm>
        </p:spPr>
        <p:txBody>
          <a:bodyPr/>
          <a:lstStyle>
            <a:lvl1pPr>
              <a:defRPr sz="2000"/>
            </a:lvl1pPr>
            <a:lvl2pPr>
              <a:defRPr sz="1400"/>
            </a:lvl2pPr>
            <a:lvl3pPr>
              <a:defRPr sz="1100"/>
            </a:lvl3pPr>
            <a:lvl4pPr>
              <a:defRPr sz="1050"/>
            </a:lvl4pPr>
            <a:lvl5pPr>
              <a:defRPr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hasCustomPrompt="1"/>
          </p:nvPr>
        </p:nvSpPr>
        <p:spPr>
          <a:xfrm>
            <a:off x="6397625" y="1436688"/>
            <a:ext cx="5219700" cy="369332"/>
          </a:xfrm>
        </p:spPr>
        <p:txBody>
          <a:bodyPr anchor="t"/>
          <a:lstStyle>
            <a:lvl1pPr marL="0" indent="0">
              <a:spcBef>
                <a:spcPts val="0"/>
              </a:spcBef>
              <a:buNone/>
              <a:defRPr sz="2400">
                <a:solidFill>
                  <a:schemeClr val="tx1"/>
                </a:solidFill>
                <a:latin typeface="+mj-lt"/>
              </a:defRPr>
            </a:lvl1pPr>
          </a:lstStyle>
          <a:p>
            <a:pPr lvl="0"/>
            <a:r>
              <a:rPr lang="en-US"/>
              <a:t>Click to edit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hasCustomPrompt="1"/>
          </p:nvPr>
        </p:nvSpPr>
        <p:spPr>
          <a:xfrm>
            <a:off x="6394451" y="2081212"/>
            <a:ext cx="5214937" cy="1175706"/>
          </a:xfrm>
        </p:spPr>
        <p:txBody>
          <a:bodyPr/>
          <a:lstStyle>
            <a:lvl1pPr>
              <a:defRPr sz="2000"/>
            </a:lvl1pPr>
            <a:lvl2pPr>
              <a:defRPr sz="1400"/>
            </a:lvl2pPr>
            <a:lvl3pPr>
              <a:defRPr sz="1100"/>
            </a:lvl3pPr>
            <a:lvl4pPr>
              <a:defRPr sz="1050"/>
            </a:lvl4pPr>
            <a:lvl5pPr>
              <a:defRPr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08667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Two Column Content with Subheads 2">
    <p:bg>
      <p:bgPr>
        <a:solidFill>
          <a:srgbClr val="F4F3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B2A911-B0BE-4078-EF4E-4BEDAA9A84F7}"/>
              </a:ext>
            </a:extLst>
          </p:cNvPr>
          <p:cNvSpPr>
            <a:spLocks noGrp="1"/>
          </p:cNvSpPr>
          <p:nvPr>
            <p:ph type="title" hasCustomPrompt="1"/>
          </p:nvPr>
        </p:nvSpPr>
        <p:spPr>
          <a:xfrm>
            <a:off x="588263" y="457200"/>
            <a:ext cx="11018520" cy="430887"/>
          </a:xfrm>
        </p:spPr>
        <p:txBody>
          <a:bodyPr>
            <a:spAutoFit/>
          </a:bodyPr>
          <a:lstStyle>
            <a:lvl1pPr>
              <a:defRPr>
                <a:solidFill>
                  <a:schemeClr val="bg1"/>
                </a:solidFill>
              </a:defRPr>
            </a:lvl1pPr>
          </a:lstStyle>
          <a:p>
            <a:r>
              <a:rPr lang="en-US"/>
              <a:t>Click to edit title style</a:t>
            </a:r>
          </a:p>
        </p:txBody>
      </p:sp>
      <p:sp>
        <p:nvSpPr>
          <p:cNvPr id="17" name="Text Placeholder 4">
            <a:extLst>
              <a:ext uri="{FF2B5EF4-FFF2-40B4-BE49-F238E27FC236}">
                <a16:creationId xmlns:a16="http://schemas.microsoft.com/office/drawing/2014/main" id="{7ECF5273-A148-FB51-F033-C68836870BF8}"/>
              </a:ext>
            </a:extLst>
          </p:cNvPr>
          <p:cNvSpPr>
            <a:spLocks noGrp="1"/>
          </p:cNvSpPr>
          <p:nvPr>
            <p:ph type="body" sz="quarter" idx="11" hasCustomPrompt="1"/>
          </p:nvPr>
        </p:nvSpPr>
        <p:spPr>
          <a:xfrm>
            <a:off x="586061" y="1992313"/>
            <a:ext cx="3690937" cy="220510"/>
          </a:xfrm>
          <a:prstGeom prst="rect">
            <a:avLst/>
          </a:prstGeom>
        </p:spPr>
        <p:txBody>
          <a:bodyPr lIns="0" tIns="0" rIns="0" bIns="0"/>
          <a:lstStyle>
            <a:lvl1pPr marL="0" indent="0">
              <a:lnSpc>
                <a:spcPts val="1800"/>
              </a:lnSpc>
              <a:spcBef>
                <a:spcPts val="0"/>
              </a:spcBef>
              <a:spcAft>
                <a:spcPts val="600"/>
              </a:spcAft>
              <a:buFont typeface="Arial" panose="020B0604020202020204" pitchFamily="34" charset="0"/>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257DF0E-A198-77D3-1F5B-6CF8B60A490D}"/>
              </a:ext>
            </a:extLst>
          </p:cNvPr>
          <p:cNvSpPr>
            <a:spLocks noGrp="1"/>
          </p:cNvSpPr>
          <p:nvPr>
            <p:ph type="body" sz="quarter" idx="12" hasCustomPrompt="1"/>
          </p:nvPr>
        </p:nvSpPr>
        <p:spPr>
          <a:xfrm>
            <a:off x="4514562" y="1992313"/>
            <a:ext cx="3690937" cy="220510"/>
          </a:xfrm>
          <a:prstGeom prst="rect">
            <a:avLst/>
          </a:prstGeom>
        </p:spPr>
        <p:txBody>
          <a:bodyPr lIns="0" tIns="0" rIns="0" bIns="0"/>
          <a:lstStyle>
            <a:lvl1pPr marL="0" indent="0">
              <a:lnSpc>
                <a:spcPts val="1800"/>
              </a:lnSpc>
              <a:spcBef>
                <a:spcPts val="0"/>
              </a:spcBef>
              <a:spcAft>
                <a:spcPts val="600"/>
              </a:spcAft>
              <a:buFont typeface="Arial" panose="020B0604020202020204" pitchFamily="34" charset="0"/>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F55F1A17-F2A5-5652-4364-4C2289C1976A}"/>
              </a:ext>
            </a:extLst>
          </p:cNvPr>
          <p:cNvSpPr>
            <a:spLocks noGrp="1"/>
          </p:cNvSpPr>
          <p:nvPr>
            <p:ph type="body" sz="quarter" idx="17" hasCustomPrompt="1"/>
          </p:nvPr>
        </p:nvSpPr>
        <p:spPr>
          <a:xfrm>
            <a:off x="584199" y="2300087"/>
            <a:ext cx="3690937" cy="206710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1" name="Text Placeholder 4">
            <a:extLst>
              <a:ext uri="{FF2B5EF4-FFF2-40B4-BE49-F238E27FC236}">
                <a16:creationId xmlns:a16="http://schemas.microsoft.com/office/drawing/2014/main" id="{E4A7EAE6-CBDF-702E-4BB2-0091C85D7DFA}"/>
              </a:ext>
            </a:extLst>
          </p:cNvPr>
          <p:cNvSpPr>
            <a:spLocks noGrp="1"/>
          </p:cNvSpPr>
          <p:nvPr>
            <p:ph type="body" sz="quarter" idx="18" hasCustomPrompt="1"/>
          </p:nvPr>
        </p:nvSpPr>
        <p:spPr>
          <a:xfrm>
            <a:off x="4514562" y="2300087"/>
            <a:ext cx="3690937" cy="206710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214729766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hasCustomPrompt="1"/>
          </p:nvPr>
        </p:nvSpPr>
        <p:spPr>
          <a:xfrm>
            <a:off x="585217" y="1438275"/>
            <a:ext cx="3264408" cy="307777"/>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181862"/>
          </a:xfrm>
        </p:spPr>
        <p:txBody>
          <a:bodyPr wrap="square">
            <a:spAutoFit/>
          </a:bodyPr>
          <a:lstStyle>
            <a:lvl1pPr marL="176213" indent="-176213">
              <a:defRPr lang="en-US" sz="1800" dirty="0"/>
            </a:lvl1pPr>
            <a:lvl2pPr marL="322263" indent="-150813">
              <a:defRPr lang="en-US" sz="1600" dirty="0"/>
            </a:lvl2pPr>
            <a:lvl3pPr marL="466725" indent="-138113">
              <a:defRPr lang="en-US" sz="1100" dirty="0"/>
            </a:lvl3pPr>
            <a:lvl4pPr marL="595313" indent="-128588">
              <a:defRPr lang="en-US" sz="1050" dirty="0"/>
            </a:lvl4pPr>
            <a:lvl5pPr marL="731838" indent="-122238">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hasCustomPrompt="1"/>
          </p:nvPr>
        </p:nvSpPr>
        <p:spPr>
          <a:xfrm>
            <a:off x="4463796" y="1438275"/>
            <a:ext cx="3264408" cy="307777"/>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181862"/>
          </a:xfrm>
        </p:spPr>
        <p:txBody>
          <a:bodyPr wrap="square">
            <a:spAutoFit/>
          </a:bodyPr>
          <a:lstStyle>
            <a:lvl1pPr marL="176213" indent="-176213">
              <a:defRPr lang="en-US" sz="1800" dirty="0"/>
            </a:lvl1pPr>
            <a:lvl2pPr marL="398463" indent="-169863">
              <a:defRPr lang="en-US" sz="1600" dirty="0"/>
            </a:lvl2pPr>
            <a:lvl3pPr marL="555625" indent="-157163">
              <a:defRPr lang="en-US" sz="1100" dirty="0"/>
            </a:lvl3pPr>
            <a:lvl4pPr marL="685800" indent="-136525">
              <a:defRPr lang="en-US" sz="1050" dirty="0"/>
            </a:lvl4pPr>
            <a:lvl5pPr marL="800100" indent="-111125">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hasCustomPrompt="1"/>
          </p:nvPr>
        </p:nvSpPr>
        <p:spPr>
          <a:xfrm>
            <a:off x="8342375" y="1438275"/>
            <a:ext cx="3264408" cy="307777"/>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181862"/>
          </a:xfrm>
        </p:spPr>
        <p:txBody>
          <a:bodyPr wrap="square">
            <a:spAutoFit/>
          </a:bodyPr>
          <a:lstStyle>
            <a:lvl1pPr marL="176213" indent="-176213">
              <a:defRPr lang="en-US" sz="1800" dirty="0"/>
            </a:lvl1pPr>
            <a:lvl2pPr marL="398463" indent="-169863">
              <a:defRPr lang="en-US" sz="1600" dirty="0"/>
            </a:lvl2pPr>
            <a:lvl3pPr marL="555625" indent="-157163">
              <a:defRPr lang="en-US" sz="1100" dirty="0"/>
            </a:lvl3pPr>
            <a:lvl4pPr marL="685800" indent="-136525">
              <a:defRPr lang="en-US" sz="1050" dirty="0"/>
            </a:lvl4pPr>
            <a:lvl5pPr marL="800100" indent="-111125">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7917678"/>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24">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20" name="Text Placeholder 4">
            <a:extLst>
              <a:ext uri="{FF2B5EF4-FFF2-40B4-BE49-F238E27FC236}">
                <a16:creationId xmlns:a16="http://schemas.microsoft.com/office/drawing/2014/main" id="{8AB7BB6A-65B6-AEC7-836B-8D35242275AF}"/>
              </a:ext>
            </a:extLst>
          </p:cNvPr>
          <p:cNvSpPr>
            <a:spLocks noGrp="1"/>
          </p:cNvSpPr>
          <p:nvPr>
            <p:ph type="body" sz="quarter" idx="17" hasCustomPrompt="1"/>
          </p:nvPr>
        </p:nvSpPr>
        <p:spPr>
          <a:xfrm>
            <a:off x="582877" y="3476833"/>
            <a:ext cx="3465576"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sz="1400" b="0" i="0" spc="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1" name="Text Placeholder 4">
            <a:extLst>
              <a:ext uri="{FF2B5EF4-FFF2-40B4-BE49-F238E27FC236}">
                <a16:creationId xmlns:a16="http://schemas.microsoft.com/office/drawing/2014/main" id="{FB0535AF-BE85-1E67-DD92-E38C21AF7E8C}"/>
              </a:ext>
            </a:extLst>
          </p:cNvPr>
          <p:cNvSpPr>
            <a:spLocks noGrp="1"/>
          </p:cNvSpPr>
          <p:nvPr>
            <p:ph type="body" sz="quarter" idx="18" hasCustomPrompt="1"/>
          </p:nvPr>
        </p:nvSpPr>
        <p:spPr>
          <a:xfrm>
            <a:off x="4371341" y="3476833"/>
            <a:ext cx="3465576"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2" name="Text Placeholder 4">
            <a:extLst>
              <a:ext uri="{FF2B5EF4-FFF2-40B4-BE49-F238E27FC236}">
                <a16:creationId xmlns:a16="http://schemas.microsoft.com/office/drawing/2014/main" id="{8E1F9237-EE15-C9FE-E0CA-3A37C93F9063}"/>
              </a:ext>
            </a:extLst>
          </p:cNvPr>
          <p:cNvSpPr>
            <a:spLocks noGrp="1"/>
          </p:cNvSpPr>
          <p:nvPr>
            <p:ph type="body" sz="quarter" idx="19" hasCustomPrompt="1"/>
          </p:nvPr>
        </p:nvSpPr>
        <p:spPr>
          <a:xfrm>
            <a:off x="8136551" y="3476833"/>
            <a:ext cx="3465576"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6" name="Text Placeholder 4">
            <a:extLst>
              <a:ext uri="{FF2B5EF4-FFF2-40B4-BE49-F238E27FC236}">
                <a16:creationId xmlns:a16="http://schemas.microsoft.com/office/drawing/2014/main" id="{775241E4-9061-8DB7-2B87-BA0CCA011ACE}"/>
              </a:ext>
            </a:extLst>
          </p:cNvPr>
          <p:cNvSpPr>
            <a:spLocks noGrp="1"/>
          </p:cNvSpPr>
          <p:nvPr>
            <p:ph type="body" sz="quarter" idx="11" hasCustomPrompt="1"/>
          </p:nvPr>
        </p:nvSpPr>
        <p:spPr>
          <a:xfrm>
            <a:off x="582877" y="4570239"/>
            <a:ext cx="3465576"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27" name="Text Placeholder 4">
            <a:extLst>
              <a:ext uri="{FF2B5EF4-FFF2-40B4-BE49-F238E27FC236}">
                <a16:creationId xmlns:a16="http://schemas.microsoft.com/office/drawing/2014/main" id="{82D1AEC7-7020-CBA4-58E1-0D75BA2EF496}"/>
              </a:ext>
            </a:extLst>
          </p:cNvPr>
          <p:cNvSpPr>
            <a:spLocks noGrp="1"/>
          </p:cNvSpPr>
          <p:nvPr>
            <p:ph type="body" sz="quarter" idx="12" hasCustomPrompt="1"/>
          </p:nvPr>
        </p:nvSpPr>
        <p:spPr>
          <a:xfrm>
            <a:off x="4371341" y="4570239"/>
            <a:ext cx="3465576"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28" name="Text Placeholder 4">
            <a:extLst>
              <a:ext uri="{FF2B5EF4-FFF2-40B4-BE49-F238E27FC236}">
                <a16:creationId xmlns:a16="http://schemas.microsoft.com/office/drawing/2014/main" id="{6416719B-F50B-D496-C069-4C1F30AFEC70}"/>
              </a:ext>
            </a:extLst>
          </p:cNvPr>
          <p:cNvSpPr>
            <a:spLocks noGrp="1"/>
          </p:cNvSpPr>
          <p:nvPr>
            <p:ph type="body" sz="quarter" idx="13" hasCustomPrompt="1"/>
          </p:nvPr>
        </p:nvSpPr>
        <p:spPr>
          <a:xfrm>
            <a:off x="8136551" y="4570239"/>
            <a:ext cx="3465576"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Tree>
    <p:extLst>
      <p:ext uri="{BB962C8B-B14F-4D97-AF65-F5344CB8AC3E}">
        <p14:creationId xmlns:p14="http://schemas.microsoft.com/office/powerpoint/2010/main" val="234679232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3">
    <p:bg>
      <p:bgPr>
        <a:solidFill>
          <a:srgbClr val="F4F3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B2A911-B0BE-4078-EF4E-4BEDAA9A84F7}"/>
              </a:ext>
            </a:extLst>
          </p:cNvPr>
          <p:cNvSpPr>
            <a:spLocks noGrp="1"/>
          </p:cNvSpPr>
          <p:nvPr>
            <p:ph type="title" hasCustomPrompt="1"/>
          </p:nvPr>
        </p:nvSpPr>
        <p:spPr>
          <a:xfrm>
            <a:off x="588263" y="457200"/>
            <a:ext cx="11018520" cy="430887"/>
          </a:xfrm>
        </p:spPr>
        <p:txBody>
          <a:bodyPr>
            <a:spAutoFit/>
          </a:bodyPr>
          <a:lstStyle>
            <a:lvl1pPr>
              <a:defRPr>
                <a:solidFill>
                  <a:schemeClr val="bg1"/>
                </a:solidFill>
              </a:defRPr>
            </a:lvl1pPr>
          </a:lstStyle>
          <a:p>
            <a:r>
              <a:rPr lang="en-US"/>
              <a:t>Click to edit title style</a:t>
            </a:r>
          </a:p>
        </p:txBody>
      </p:sp>
      <p:sp>
        <p:nvSpPr>
          <p:cNvPr id="16" name="Text Placeholder 3">
            <a:extLst>
              <a:ext uri="{FF2B5EF4-FFF2-40B4-BE49-F238E27FC236}">
                <a16:creationId xmlns:a16="http://schemas.microsoft.com/office/drawing/2014/main" id="{46628952-3608-D408-E97B-C5509801C79B}"/>
              </a:ext>
            </a:extLst>
          </p:cNvPr>
          <p:cNvSpPr>
            <a:spLocks noGrp="1"/>
          </p:cNvSpPr>
          <p:nvPr>
            <p:ph type="body" sz="quarter" idx="10" hasCustomPrompt="1"/>
          </p:nvPr>
        </p:nvSpPr>
        <p:spPr>
          <a:xfrm>
            <a:off x="588263" y="1971020"/>
            <a:ext cx="9449500" cy="615553"/>
          </a:xfrm>
          <a:prstGeom prst="rect">
            <a:avLst/>
          </a:prstGeom>
        </p:spPr>
        <p:txBody>
          <a:bodyPr wrap="square" lIns="0" tIns="0" rIns="0" bIns="0">
            <a:spAutoFit/>
          </a:bodyPr>
          <a:lstStyle>
            <a:lvl1pPr marL="0" indent="0">
              <a:lnSpc>
                <a:spcPts val="2400"/>
              </a:lnSpc>
              <a:buNone/>
              <a:defRPr lang="en-US" sz="2000" kern="1200" spc="0" baseline="0" dirty="0">
                <a:solidFill>
                  <a:srgbClr val="000000"/>
                </a:solidFill>
                <a:latin typeface="+mn-lt"/>
                <a:ea typeface="+mn-ea"/>
                <a:cs typeface="+mn-cs"/>
              </a:defRPr>
            </a:lvl1pPr>
            <a:lvl2pPr marL="228600" indent="0">
              <a:buNone/>
              <a:defRPr/>
            </a:lvl2pPr>
            <a:lvl3pPr marL="457200" indent="0">
              <a:buNone/>
              <a:defRPr/>
            </a:lvl3pPr>
            <a:lvl4pPr marL="685800" indent="0">
              <a:buNone/>
              <a:defRPr/>
            </a:lvl4pPr>
            <a:lvl5pPr marL="914400" indent="0">
              <a:buNone/>
              <a:defRPr/>
            </a:lvl5pPr>
          </a:lstStyle>
          <a:p>
            <a:pPr lvl="0"/>
            <a:r>
              <a:rPr lang="en-US"/>
              <a:t>Subhead Segoe UI Regular 20/24.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7" name="Text Placeholder 4">
            <a:extLst>
              <a:ext uri="{FF2B5EF4-FFF2-40B4-BE49-F238E27FC236}">
                <a16:creationId xmlns:a16="http://schemas.microsoft.com/office/drawing/2014/main" id="{7ECF5273-A148-FB51-F033-C68836870BF8}"/>
              </a:ext>
            </a:extLst>
          </p:cNvPr>
          <p:cNvSpPr>
            <a:spLocks noGrp="1"/>
          </p:cNvSpPr>
          <p:nvPr>
            <p:ph type="body" sz="quarter" idx="11" hasCustomPrompt="1"/>
          </p:nvPr>
        </p:nvSpPr>
        <p:spPr>
          <a:xfrm>
            <a:off x="586062" y="3214124"/>
            <a:ext cx="3474720"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257DF0E-A198-77D3-1F5B-6CF8B60A490D}"/>
              </a:ext>
            </a:extLst>
          </p:cNvPr>
          <p:cNvSpPr>
            <a:spLocks noGrp="1"/>
          </p:cNvSpPr>
          <p:nvPr>
            <p:ph type="body" sz="quarter" idx="12" hasCustomPrompt="1"/>
          </p:nvPr>
        </p:nvSpPr>
        <p:spPr>
          <a:xfrm>
            <a:off x="4356101" y="3214124"/>
            <a:ext cx="3474720"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19" name="Text Placeholder 4">
            <a:extLst>
              <a:ext uri="{FF2B5EF4-FFF2-40B4-BE49-F238E27FC236}">
                <a16:creationId xmlns:a16="http://schemas.microsoft.com/office/drawing/2014/main" id="{A65E358F-5CAF-2294-2C8A-0C65BE0A268F}"/>
              </a:ext>
            </a:extLst>
          </p:cNvPr>
          <p:cNvSpPr>
            <a:spLocks noGrp="1"/>
          </p:cNvSpPr>
          <p:nvPr>
            <p:ph type="body" sz="quarter" idx="13" hasCustomPrompt="1"/>
          </p:nvPr>
        </p:nvSpPr>
        <p:spPr>
          <a:xfrm>
            <a:off x="8128000" y="3214124"/>
            <a:ext cx="3474445"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F55F1A17-F2A5-5652-4364-4C2289C1976A}"/>
              </a:ext>
            </a:extLst>
          </p:cNvPr>
          <p:cNvSpPr>
            <a:spLocks noGrp="1"/>
          </p:cNvSpPr>
          <p:nvPr>
            <p:ph type="body" sz="quarter" idx="17" hasCustomPrompt="1"/>
          </p:nvPr>
        </p:nvSpPr>
        <p:spPr>
          <a:xfrm>
            <a:off x="584200" y="3521898"/>
            <a:ext cx="3474720"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chemeClr val="bg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1" name="Text Placeholder 4">
            <a:extLst>
              <a:ext uri="{FF2B5EF4-FFF2-40B4-BE49-F238E27FC236}">
                <a16:creationId xmlns:a16="http://schemas.microsoft.com/office/drawing/2014/main" id="{E4A7EAE6-CBDF-702E-4BB2-0091C85D7DFA}"/>
              </a:ext>
            </a:extLst>
          </p:cNvPr>
          <p:cNvSpPr>
            <a:spLocks noGrp="1"/>
          </p:cNvSpPr>
          <p:nvPr>
            <p:ph type="body" sz="quarter" idx="18" hasCustomPrompt="1"/>
          </p:nvPr>
        </p:nvSpPr>
        <p:spPr>
          <a:xfrm>
            <a:off x="4356101" y="3521898"/>
            <a:ext cx="3474720"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chemeClr val="bg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22" name="Text Placeholder 4">
            <a:extLst>
              <a:ext uri="{FF2B5EF4-FFF2-40B4-BE49-F238E27FC236}">
                <a16:creationId xmlns:a16="http://schemas.microsoft.com/office/drawing/2014/main" id="{602E34F2-8AEC-5D82-A459-7615DC29B15F}"/>
              </a:ext>
            </a:extLst>
          </p:cNvPr>
          <p:cNvSpPr>
            <a:spLocks noGrp="1"/>
          </p:cNvSpPr>
          <p:nvPr>
            <p:ph type="body" sz="quarter" idx="19" hasCustomPrompt="1"/>
          </p:nvPr>
        </p:nvSpPr>
        <p:spPr>
          <a:xfrm>
            <a:off x="8134943" y="3521898"/>
            <a:ext cx="3474445" cy="2067104"/>
          </a:xfrm>
          <a:prstGeom prst="rect">
            <a:avLst/>
          </a:prstGeom>
        </p:spPr>
        <p:txBody>
          <a:bodyPr lIns="0" tIns="0" rIns="0" bIns="0"/>
          <a:lstStyle>
            <a:lvl1pPr marL="285750" indent="-285750">
              <a:lnSpc>
                <a:spcPts val="1800"/>
              </a:lnSpc>
              <a:spcBef>
                <a:spcPts val="0"/>
              </a:spcBef>
              <a:buFont typeface="Arial" panose="020B0604020202020204" pitchFamily="34" charset="0"/>
              <a:buChar char="•"/>
              <a:defRPr sz="1400" b="0" i="0" spc="0">
                <a:solidFill>
                  <a:schemeClr val="bg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Bulleted list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33156714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4">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434578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434578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434578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465919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465919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465919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1" name="Oval 10">
            <a:extLst>
              <a:ext uri="{FF2B5EF4-FFF2-40B4-BE49-F238E27FC236}">
                <a16:creationId xmlns:a16="http://schemas.microsoft.com/office/drawing/2014/main" id="{F3C14C4D-447D-641B-9EE1-BB7D37876DFD}"/>
              </a:ext>
            </a:extLst>
          </p:cNvPr>
          <p:cNvSpPr/>
          <p:nvPr userDrawn="1"/>
        </p:nvSpPr>
        <p:spPr>
          <a:xfrm>
            <a:off x="8769505" y="1609347"/>
            <a:ext cx="2196790" cy="219679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A257B80-0E22-6118-D58C-8D479BE856CC}"/>
              </a:ext>
            </a:extLst>
          </p:cNvPr>
          <p:cNvSpPr/>
          <p:nvPr userDrawn="1"/>
        </p:nvSpPr>
        <p:spPr>
          <a:xfrm>
            <a:off x="1216757" y="1609347"/>
            <a:ext cx="2196790" cy="219679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3C5F4DB-FE2F-3894-3C54-F1395F059BC1}"/>
              </a:ext>
            </a:extLst>
          </p:cNvPr>
          <p:cNvSpPr/>
          <p:nvPr userDrawn="1"/>
        </p:nvSpPr>
        <p:spPr>
          <a:xfrm>
            <a:off x="4997605" y="1609347"/>
            <a:ext cx="2196790" cy="2196790"/>
          </a:xfrm>
          <a:prstGeom prst="ellipse">
            <a:avLst/>
          </a:prstGeom>
          <a:solidFill>
            <a:srgbClr val="CD9B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037727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amp; Icon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4" name="Oval 13" descr="icon of a finger pushing a button">
            <a:extLst>
              <a:ext uri="{FF2B5EF4-FFF2-40B4-BE49-F238E27FC236}">
                <a16:creationId xmlns:a16="http://schemas.microsoft.com/office/drawing/2014/main" id="{A9082D92-8FAE-B4E1-1EBD-84F2832796CF}"/>
              </a:ext>
            </a:extLst>
          </p:cNvPr>
          <p:cNvSpPr/>
          <p:nvPr userDrawn="1"/>
        </p:nvSpPr>
        <p:spPr bwMode="auto">
          <a:xfrm>
            <a:off x="5724037" y="2319841"/>
            <a:ext cx="769327" cy="769327"/>
          </a:xfrm>
          <a:prstGeom prst="ellipse">
            <a:avLst/>
          </a:prstGeom>
          <a:solidFill>
            <a:schemeClr val="accent2"/>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Oval 14" descr="icon of a finger pushing a button">
            <a:extLst>
              <a:ext uri="{FF2B5EF4-FFF2-40B4-BE49-F238E27FC236}">
                <a16:creationId xmlns:a16="http://schemas.microsoft.com/office/drawing/2014/main" id="{91CE41BB-FD3B-0B43-6764-5F1E09FE7687}"/>
              </a:ext>
            </a:extLst>
          </p:cNvPr>
          <p:cNvSpPr/>
          <p:nvPr userDrawn="1"/>
        </p:nvSpPr>
        <p:spPr bwMode="auto">
          <a:xfrm>
            <a:off x="1935573" y="2319841"/>
            <a:ext cx="769327" cy="769327"/>
          </a:xfrm>
          <a:prstGeom prst="ellipse">
            <a:avLst/>
          </a:prstGeom>
          <a:solidFill>
            <a:schemeClr val="accent1"/>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Oval 15" descr="icon of a finger pushing a button">
            <a:extLst>
              <a:ext uri="{FF2B5EF4-FFF2-40B4-BE49-F238E27FC236}">
                <a16:creationId xmlns:a16="http://schemas.microsoft.com/office/drawing/2014/main" id="{60DC1A10-DF13-24FE-5A88-8BAF8EC3321F}"/>
              </a:ext>
            </a:extLst>
          </p:cNvPr>
          <p:cNvSpPr/>
          <p:nvPr userDrawn="1"/>
        </p:nvSpPr>
        <p:spPr bwMode="auto">
          <a:xfrm>
            <a:off x="9480780" y="2319841"/>
            <a:ext cx="769327" cy="769327"/>
          </a:xfrm>
          <a:prstGeom prst="ellipse">
            <a:avLst/>
          </a:prstGeom>
          <a:solidFill>
            <a:schemeClr val="accent3"/>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83824033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amp; Icons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3631266"/>
            <a:ext cx="3474720" cy="220510"/>
          </a:xfrm>
          <a:prstGeom prst="rect">
            <a:avLst/>
          </a:prstGeom>
        </p:spPr>
        <p:txBody>
          <a:bodyPr lIns="0" tIns="0" rIns="0" bIns="0" anchor="b" anchorCtr="0"/>
          <a:lstStyle>
            <a:lvl1pPr marL="0" indent="0" algn="ctr">
              <a:lnSpc>
                <a:spcPts val="1800"/>
              </a:lnSpc>
              <a:spcBef>
                <a:spcPts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a:t>
            </a:r>
            <a:r>
              <a:rPr lang="en-US" err="1"/>
              <a:t>Semibold</a:t>
            </a:r>
            <a:r>
              <a:rPr lang="en-US"/>
              <a:t>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3944674"/>
            <a:ext cx="3474720" cy="906274"/>
          </a:xfrm>
          <a:prstGeom prst="rect">
            <a:avLst/>
          </a:prstGeom>
        </p:spPr>
        <p:txBody>
          <a:bodyPr lIns="0" tIns="0" rIns="0" bIns="0"/>
          <a:lstStyle>
            <a:lvl1pPr marL="0" indent="0" algn="ctr">
              <a:lnSpc>
                <a:spcPts val="1800"/>
              </a:lnSpc>
              <a:spcBef>
                <a:spcPts val="0"/>
              </a:spcBef>
              <a:buFont typeface="Arial" panose="020B0604020202020204" pitchFamily="34" charset="0"/>
              <a:buNone/>
              <a:defRPr lang="en-US" sz="1400" b="0" i="0" kern="1200" spc="0" baseline="0" dirty="0">
                <a:solidFill>
                  <a:schemeClr val="tx1"/>
                </a:solidFill>
                <a:latin typeface="+mn-lt"/>
                <a:ea typeface="+mn-ea"/>
                <a:cs typeface="Segoe UI" panose="020B0502040204020203" pitchFamily="34" charset="0"/>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ts val="0"/>
              </a:spcBef>
              <a:spcAft>
                <a:spcPts val="0"/>
              </a:spcAft>
              <a:buClrTx/>
              <a:buSzPct val="90000"/>
              <a:buFont typeface="Arial" panose="020B0604020202020204" pitchFamily="34" charset="0"/>
              <a:buNone/>
              <a:tabLst/>
            </a:pPr>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4" name="Oval 13" descr="icon of a finger pushing a button">
            <a:extLst>
              <a:ext uri="{FF2B5EF4-FFF2-40B4-BE49-F238E27FC236}">
                <a16:creationId xmlns:a16="http://schemas.microsoft.com/office/drawing/2014/main" id="{A9082D92-8FAE-B4E1-1EBD-84F2832796CF}"/>
              </a:ext>
            </a:extLst>
          </p:cNvPr>
          <p:cNvSpPr/>
          <p:nvPr userDrawn="1"/>
        </p:nvSpPr>
        <p:spPr bwMode="auto">
          <a:xfrm>
            <a:off x="5724037" y="2319841"/>
            <a:ext cx="769327" cy="769327"/>
          </a:xfrm>
          <a:prstGeom prst="ellipse">
            <a:avLst/>
          </a:prstGeom>
          <a:solidFill>
            <a:schemeClr val="accent6"/>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Oval 14" descr="icon of a finger pushing a button">
            <a:extLst>
              <a:ext uri="{FF2B5EF4-FFF2-40B4-BE49-F238E27FC236}">
                <a16:creationId xmlns:a16="http://schemas.microsoft.com/office/drawing/2014/main" id="{91CE41BB-FD3B-0B43-6764-5F1E09FE7687}"/>
              </a:ext>
            </a:extLst>
          </p:cNvPr>
          <p:cNvSpPr/>
          <p:nvPr userDrawn="1"/>
        </p:nvSpPr>
        <p:spPr bwMode="auto">
          <a:xfrm>
            <a:off x="1935573" y="2319841"/>
            <a:ext cx="769327" cy="769327"/>
          </a:xfrm>
          <a:prstGeom prst="ellipse">
            <a:avLst/>
          </a:prstGeom>
          <a:solidFill>
            <a:schemeClr val="accent5"/>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Oval 15" descr="icon of a finger pushing a button">
            <a:extLst>
              <a:ext uri="{FF2B5EF4-FFF2-40B4-BE49-F238E27FC236}">
                <a16:creationId xmlns:a16="http://schemas.microsoft.com/office/drawing/2014/main" id="{60DC1A10-DF13-24FE-5A88-8BAF8EC3321F}"/>
              </a:ext>
            </a:extLst>
          </p:cNvPr>
          <p:cNvSpPr/>
          <p:nvPr userDrawn="1"/>
        </p:nvSpPr>
        <p:spPr bwMode="auto">
          <a:xfrm>
            <a:off x="9480780" y="2319841"/>
            <a:ext cx="769327" cy="769327"/>
          </a:xfrm>
          <a:prstGeom prst="ellipse">
            <a:avLst/>
          </a:prstGeom>
          <a:solidFill>
            <a:srgbClr val="8DC8E8"/>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9295149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2532063"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3413125" y="1438275"/>
            <a:ext cx="2533650"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3413125" y="227647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6244208" y="1438275"/>
            <a:ext cx="2532063"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6244208" y="228311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9073133" y="1438275"/>
            <a:ext cx="2533650" cy="276999"/>
          </a:xfrm>
        </p:spPr>
        <p:txBody>
          <a:bodyPr anchor="t"/>
          <a:lstStyle>
            <a:lvl1pPr marL="0" indent="0">
              <a:spcBef>
                <a:spcPts val="0"/>
              </a:spcBef>
              <a:buNone/>
              <a:defRPr sz="18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9073133" y="2276475"/>
            <a:ext cx="2532063" cy="1114151"/>
          </a:xfrm>
        </p:spPr>
        <p:txBody>
          <a:bodyPr wrap="square">
            <a:spAutoFit/>
          </a:bodyPr>
          <a:lstStyle>
            <a:lvl1pPr marL="141288" indent="-141288">
              <a:defRPr lang="en-US" sz="1600" dirty="0"/>
            </a:lvl1pPr>
            <a:lvl2pPr marL="285750" indent="-125413">
              <a:defRPr lang="en-US" sz="1400" dirty="0"/>
            </a:lvl2pPr>
            <a:lvl3pPr marL="438150" indent="-133350">
              <a:defRPr lang="en-US" sz="1100" dirty="0"/>
            </a:lvl3pPr>
            <a:lvl4pPr marL="566738" indent="-114300">
              <a:defRPr lang="en-US" sz="1050" dirty="0"/>
            </a:lvl4pPr>
            <a:lvl5pPr marL="685800" indent="-109538">
              <a:defRPr lang="en-US" sz="105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602888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2">
    <p:bg>
      <p:bgPr>
        <a:solidFill>
          <a:srgbClr val="F4F3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E4763AA-7A64-C315-54ED-405AA5F28928}"/>
              </a:ext>
            </a:extLst>
          </p:cNvPr>
          <p:cNvSpPr/>
          <p:nvPr userDrawn="1"/>
        </p:nvSpPr>
        <p:spPr bwMode="auto">
          <a:xfrm>
            <a:off x="0" y="0"/>
            <a:ext cx="12192000" cy="120898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accent2"/>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7" name="Text Placeholder 11">
            <a:extLst>
              <a:ext uri="{FF2B5EF4-FFF2-40B4-BE49-F238E27FC236}">
                <a16:creationId xmlns:a16="http://schemas.microsoft.com/office/drawing/2014/main" id="{0EA42F63-B2F3-3A38-57BC-24F6164484E0}"/>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9" name="Text Placeholder 7">
            <a:extLst>
              <a:ext uri="{FF2B5EF4-FFF2-40B4-BE49-F238E27FC236}">
                <a16:creationId xmlns:a16="http://schemas.microsoft.com/office/drawing/2014/main" id="{1F284777-927E-F267-62FB-0ADA3AB8ABEF}"/>
              </a:ext>
            </a:extLst>
          </p:cNvPr>
          <p:cNvSpPr>
            <a:spLocks noGrp="1"/>
          </p:cNvSpPr>
          <p:nvPr>
            <p:ph type="body" sz="quarter" idx="14"/>
          </p:nvPr>
        </p:nvSpPr>
        <p:spPr>
          <a:xfrm>
            <a:off x="584200" y="251102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a:extLst>
              <a:ext uri="{FF2B5EF4-FFF2-40B4-BE49-F238E27FC236}">
                <a16:creationId xmlns:a16="http://schemas.microsoft.com/office/drawing/2014/main" id="{B6D7214D-CF27-5C85-22BE-C501CC3F79F6}"/>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1" name="Text Placeholder 9">
            <a:extLst>
              <a:ext uri="{FF2B5EF4-FFF2-40B4-BE49-F238E27FC236}">
                <a16:creationId xmlns:a16="http://schemas.microsoft.com/office/drawing/2014/main" id="{D0E08958-F760-A396-6DDC-ADDF12562EFC}"/>
              </a:ext>
            </a:extLst>
          </p:cNvPr>
          <p:cNvSpPr>
            <a:spLocks noGrp="1"/>
          </p:cNvSpPr>
          <p:nvPr>
            <p:ph type="body" sz="quarter" idx="15"/>
          </p:nvPr>
        </p:nvSpPr>
        <p:spPr>
          <a:xfrm>
            <a:off x="3413125" y="250438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2E8EB955-55F0-24FF-CDCC-B5A5FFFC6B4A}"/>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3" name="Text Placeholder 7">
            <a:extLst>
              <a:ext uri="{FF2B5EF4-FFF2-40B4-BE49-F238E27FC236}">
                <a16:creationId xmlns:a16="http://schemas.microsoft.com/office/drawing/2014/main" id="{36792F0E-DEBA-6C31-5613-59E8E3706BAE}"/>
              </a:ext>
            </a:extLst>
          </p:cNvPr>
          <p:cNvSpPr>
            <a:spLocks noGrp="1"/>
          </p:cNvSpPr>
          <p:nvPr>
            <p:ph type="body" sz="quarter" idx="19"/>
          </p:nvPr>
        </p:nvSpPr>
        <p:spPr>
          <a:xfrm>
            <a:off x="6244208" y="251102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A858486-2BAB-90FA-E642-5FFCB8955993}"/>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15" name="Text Placeholder 9">
            <a:extLst>
              <a:ext uri="{FF2B5EF4-FFF2-40B4-BE49-F238E27FC236}">
                <a16:creationId xmlns:a16="http://schemas.microsoft.com/office/drawing/2014/main" id="{6614B332-A4F9-7C7C-FA27-45DE478DA645}"/>
              </a:ext>
            </a:extLst>
          </p:cNvPr>
          <p:cNvSpPr>
            <a:spLocks noGrp="1"/>
          </p:cNvSpPr>
          <p:nvPr>
            <p:ph type="body" sz="quarter" idx="21"/>
          </p:nvPr>
        </p:nvSpPr>
        <p:spPr>
          <a:xfrm>
            <a:off x="9073133" y="2504387"/>
            <a:ext cx="2532063" cy="1452705"/>
          </a:xfrm>
        </p:spPr>
        <p:txBody>
          <a:bodyPr wrap="square">
            <a:spAutoFit/>
          </a:bodyPr>
          <a:lstStyle>
            <a:lvl1pPr marL="141288" indent="-141288">
              <a:defRPr lang="en-US" sz="16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91452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2849007" y="227647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5113814" y="228311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7378621" y="227647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215444"/>
          </a:xfrm>
        </p:spPr>
        <p:txBody>
          <a:bodyPr anchor="t"/>
          <a:lstStyle>
            <a:lvl1pPr marL="0" indent="0">
              <a:spcBef>
                <a:spcPts val="0"/>
              </a:spcBef>
              <a:buNone/>
              <a:defRPr sz="14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hasCustomPrompt="1"/>
          </p:nvPr>
        </p:nvSpPr>
        <p:spPr>
          <a:xfrm>
            <a:off x="9643428" y="2276475"/>
            <a:ext cx="1965960" cy="1101840"/>
          </a:xfrm>
        </p:spPr>
        <p:txBody>
          <a:bodyPr wrap="square">
            <a:spAutoFit/>
          </a:bodyPr>
          <a:lstStyle>
            <a:lvl1pPr marL="141288" indent="-141288">
              <a:defRPr lang="en-US" sz="1400" dirty="0"/>
            </a:lvl1pPr>
            <a:lvl2pPr marL="285750" indent="-125413">
              <a:defRPr lang="en-US" sz="1200" dirty="0"/>
            </a:lvl2pPr>
            <a:lvl3pPr marL="438150" indent="-133350">
              <a:defRPr lang="en-US" sz="1200" dirty="0"/>
            </a:lvl3pPr>
            <a:lvl4pPr marL="566738" indent="-114300">
              <a:defRPr lang="en-US" sz="1100" dirty="0"/>
            </a:lvl4pPr>
            <a:lvl5pPr marL="685800" indent="-109538">
              <a:defRPr lang="en-US" sz="11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519585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p>
            <a:r>
              <a:rPr lang="en-US"/>
              <a:t>Click to edit title style</a:t>
            </a:r>
          </a:p>
        </p:txBody>
      </p:sp>
    </p:spTree>
    <p:extLst>
      <p:ext uri="{BB962C8B-B14F-4D97-AF65-F5344CB8AC3E}">
        <p14:creationId xmlns:p14="http://schemas.microsoft.com/office/powerpoint/2010/main" val="32047496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6">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0">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4" y="2875002"/>
            <a:ext cx="4127692" cy="1107996"/>
          </a:xfrm>
        </p:spPr>
        <p:txBody>
          <a:bodyPr wrap="square" anchor="ctr">
            <a:spAutoFit/>
          </a:bodyPr>
          <a:lstStyle/>
          <a:p>
            <a:r>
              <a:rPr lang="en-US"/>
              <a:t>Click to edit title style</a:t>
            </a:r>
          </a:p>
        </p:txBody>
      </p:sp>
    </p:spTree>
    <p:extLst>
      <p:ext uri="{BB962C8B-B14F-4D97-AF65-F5344CB8AC3E}">
        <p14:creationId xmlns:p14="http://schemas.microsoft.com/office/powerpoint/2010/main" val="3078607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title style</a:t>
            </a:r>
          </a:p>
        </p:txBody>
      </p:sp>
    </p:spTree>
    <p:extLst>
      <p:ext uri="{BB962C8B-B14F-4D97-AF65-F5344CB8AC3E}">
        <p14:creationId xmlns:p14="http://schemas.microsoft.com/office/powerpoint/2010/main" val="25076803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itle - spl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2" y="457200"/>
            <a:ext cx="5687568" cy="553998"/>
          </a:xfrm>
        </p:spPr>
        <p:txBody>
          <a:bodyPr/>
          <a:lstStyle/>
          <a:p>
            <a:r>
              <a:rPr lang="en-US"/>
              <a:t>Click to edit title style</a:t>
            </a:r>
          </a:p>
        </p:txBody>
      </p:sp>
      <p:sp>
        <p:nvSpPr>
          <p:cNvPr id="4" name="Rectangle 3">
            <a:extLst>
              <a:ext uri="{FF2B5EF4-FFF2-40B4-BE49-F238E27FC236}">
                <a16:creationId xmlns:a16="http://schemas.microsoft.com/office/drawing/2014/main" id="{66ED9561-2D36-C7A9-8121-647D44F28482}"/>
              </a:ext>
              <a:ext uri="{C183D7F6-B498-43B3-948B-1728B52AA6E4}">
                <adec:decorative xmlns:adec="http://schemas.microsoft.com/office/drawing/2017/decorative" val="1"/>
              </a:ext>
            </a:extLst>
          </p:cNvPr>
          <p:cNvSpPr/>
          <p:nvPr userDrawn="1"/>
        </p:nvSpPr>
        <p:spPr bwMode="auto">
          <a:xfrm>
            <a:off x="6858000" y="0"/>
            <a:ext cx="5333999" cy="6858000"/>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959952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453303"/>
            <a:ext cx="4158362" cy="430887"/>
          </a:xfrm>
        </p:spPr>
        <p:txBody>
          <a:bodyPr anchor="b"/>
          <a:lstStyle>
            <a:lvl1pPr>
              <a:defRPr sz="2800"/>
            </a:lvl1pPr>
          </a:lstStyle>
          <a:p>
            <a:r>
              <a:rPr lang="en-US"/>
              <a:t>Click to edit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1971020"/>
            <a:ext cx="4162425" cy="307777"/>
          </a:xfrm>
        </p:spPr>
        <p:txBody>
          <a:bodyPr/>
          <a:lstStyle>
            <a:lvl1pPr marL="0" indent="0">
              <a:lnSpc>
                <a:spcPts val="2400"/>
              </a:lnSpc>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8" name="Text Placeholder 4">
            <a:extLst>
              <a:ext uri="{FF2B5EF4-FFF2-40B4-BE49-F238E27FC236}">
                <a16:creationId xmlns:a16="http://schemas.microsoft.com/office/drawing/2014/main" id="{AA4A25BE-EEC4-2D45-6B51-A6D5FDC0CD9E}"/>
              </a:ext>
            </a:extLst>
          </p:cNvPr>
          <p:cNvSpPr>
            <a:spLocks noGrp="1"/>
          </p:cNvSpPr>
          <p:nvPr>
            <p:ph type="body" sz="quarter" idx="13" hasCustomPrompt="1"/>
          </p:nvPr>
        </p:nvSpPr>
        <p:spPr>
          <a:xfrm>
            <a:off x="586062" y="3084755"/>
            <a:ext cx="4167188" cy="220510"/>
          </a:xfrm>
          <a:prstGeom prst="rect">
            <a:avLst/>
          </a:prstGeom>
        </p:spPr>
        <p:txBody>
          <a:bodyPr lIns="0" tIns="0" rIns="0" bIns="0"/>
          <a:lstStyle>
            <a:lvl1pPr marL="0" indent="0">
              <a:lnSpc>
                <a:spcPts val="1800"/>
              </a:lnSpc>
              <a:spcBef>
                <a:spcPts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ts val="0"/>
              </a:spcBef>
              <a:spcAft>
                <a:spcPts val="600"/>
              </a:spcAft>
              <a:buClrTx/>
              <a:buSzPct val="90000"/>
              <a:buFont typeface="Arial" panose="020B0604020202020204" pitchFamily="34" charset="0"/>
              <a:buChar char="•"/>
              <a:tabLst/>
              <a:defRPr lang="en-US" sz="1400" kern="1200" spc="0" baseline="0" dirty="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a:t>
            </a:r>
            <a:r>
              <a:rPr lang="en-US" err="1"/>
              <a:t>Semibold</a:t>
            </a:r>
            <a:r>
              <a:rPr lang="en-US"/>
              <a:t> 14/18</a:t>
            </a:r>
          </a:p>
        </p:txBody>
      </p:sp>
      <p:sp>
        <p:nvSpPr>
          <p:cNvPr id="9" name="Text Placeholder 4">
            <a:extLst>
              <a:ext uri="{FF2B5EF4-FFF2-40B4-BE49-F238E27FC236}">
                <a16:creationId xmlns:a16="http://schemas.microsoft.com/office/drawing/2014/main" id="{B898ECC2-F025-9F52-FDDA-2757DC69BA28}"/>
              </a:ext>
            </a:extLst>
          </p:cNvPr>
          <p:cNvSpPr>
            <a:spLocks noGrp="1"/>
          </p:cNvSpPr>
          <p:nvPr>
            <p:ph type="body" sz="quarter" idx="17" hasCustomPrompt="1"/>
          </p:nvPr>
        </p:nvSpPr>
        <p:spPr>
          <a:xfrm>
            <a:off x="584200" y="3392529"/>
            <a:ext cx="4167188" cy="1598771"/>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AB1F49BE-32CF-300B-48DC-B74CA09F2E96}"/>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3208853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28">
          <p15:clr>
            <a:srgbClr val="A4A3A4"/>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 Square Photo 2">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3535540"/>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7750147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hasCustomPrompt="1"/>
          </p:nvPr>
        </p:nvSpPr>
        <p:spPr>
          <a:xfrm>
            <a:off x="588263" y="2873414"/>
            <a:ext cx="4159950" cy="1107996"/>
          </a:xfrm>
        </p:spPr>
        <p:txBody>
          <a:bodyPr anchor="ct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9072879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738664"/>
          </a:xfrm>
        </p:spPr>
        <p:txBody>
          <a:bodyPr anchor="t"/>
          <a:lstStyle>
            <a:lvl1pPr>
              <a:defRPr sz="24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5209566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Photo full bleed">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515920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200" spc="0">
                <a:solidFill>
                  <a:srgbClr val="FFFFFF"/>
                </a:solidFill>
              </a:defRPr>
            </a:lvl1pPr>
          </a:lstStyle>
          <a:p>
            <a:r>
              <a:rPr lang="en-US"/>
              <a:t>Click to edit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991725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2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2737117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2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17601740"/>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op horizontal photo and titl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hasCustomPrompt="1"/>
          </p:nvPr>
        </p:nvSpPr>
        <p:spPr>
          <a:xfrm>
            <a:off x="588263" y="5436128"/>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6688546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hasCustomPrompt="1"/>
          </p:nvPr>
        </p:nvSpPr>
        <p:spPr>
          <a:xfrm>
            <a:off x="588263" y="866287"/>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14112850"/>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pictur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4199" y="5689600"/>
            <a:ext cx="5367528" cy="246221"/>
          </a:xfrm>
        </p:spPr>
        <p:txBody>
          <a:bodyPr/>
          <a:lstStyle>
            <a:lvl1pPr marL="0" indent="0" algn="l">
              <a:spcBef>
                <a:spcPts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prstGeom prst="roundRect">
            <a:avLst>
              <a:gd name="adj" fmla="val 8178"/>
            </a:avLst>
          </a:prstGeo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1860" y="5689600"/>
            <a:ext cx="5367528" cy="246221"/>
          </a:xfrm>
        </p:spPr>
        <p:txBody>
          <a:bodyPr/>
          <a:lstStyle>
            <a:lvl1pPr marL="0" indent="0" algn="l">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prstGeom prst="roundRect">
            <a:avLst>
              <a:gd name="adj" fmla="val 7612"/>
            </a:avLst>
          </a:prstGeo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80722904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pictur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689600"/>
            <a:ext cx="3475037" cy="246221"/>
          </a:xfrm>
        </p:spPr>
        <p:txBody>
          <a:bodyPr/>
          <a:lstStyle>
            <a:lvl1pPr marL="0" indent="0" algn="l">
              <a:spcBef>
                <a:spcPts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prstGeom prst="roundRect">
            <a:avLst>
              <a:gd name="adj" fmla="val 7612"/>
            </a:avLst>
          </a:prstGeo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689600"/>
            <a:ext cx="3475037" cy="246221"/>
          </a:xfrm>
        </p:spPr>
        <p:txBody>
          <a:bodyPr/>
          <a:lstStyle>
            <a:lvl1pPr marL="0" indent="0" algn="l">
              <a:spcBef>
                <a:spcPts val="0"/>
              </a:spcBef>
              <a:buNone/>
              <a:defRPr sz="1600">
                <a:latin typeface="+mj-lt"/>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oundRect">
            <a:avLst>
              <a:gd name="adj" fmla="val 7612"/>
            </a:avLst>
          </a:prstGeo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689600"/>
            <a:ext cx="3475037" cy="246221"/>
          </a:xfrm>
        </p:spPr>
        <p:txBody>
          <a:bodyPr/>
          <a:lstStyle>
            <a:lvl1pPr marL="0" indent="0" algn="l">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oundRect">
            <a:avLst>
              <a:gd name="adj" fmla="val 7895"/>
            </a:avLst>
          </a:prstGeo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9540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hree picture with subtitl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005673"/>
            <a:ext cx="3475037" cy="215444"/>
          </a:xfrm>
        </p:spPr>
        <p:txBody>
          <a:bodyPr/>
          <a:lstStyle>
            <a:lvl1pPr marL="0" marR="0" indent="0" algn="l" defTabSz="932742" rtl="0" eaLnBrk="1" fontAlgn="auto" latinLnBrk="0" hangingPunct="1">
              <a:lnSpc>
                <a:spcPts val="1800"/>
              </a:lnSpc>
              <a:spcBef>
                <a:spcPts val="1200"/>
              </a:spcBef>
              <a:spcAft>
                <a:spcPts val="0"/>
              </a:spcAft>
              <a:buClrTx/>
              <a:buSzPct val="90000"/>
              <a:buFont typeface="Wingdings" panose="05000000000000000000" pitchFamily="2" charset="2"/>
              <a:buNone/>
              <a:tabLst/>
              <a:defRPr lang="en-US" sz="1400" b="0" kern="1200" spc="0" baseline="0" dirty="0">
                <a:solidFill>
                  <a:schemeClr val="accent3"/>
                </a:solidFill>
                <a:latin typeface="+mj-lt"/>
                <a:ea typeface="+mn-ea"/>
                <a:cs typeface="+mn-cs"/>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1332631"/>
            <a:ext cx="3474720" cy="3474720"/>
          </a:xfrm>
          <a:prstGeom prst="roundRect">
            <a:avLst>
              <a:gd name="adj" fmla="val 7612"/>
            </a:avLst>
          </a:prstGeo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005673"/>
            <a:ext cx="3475037" cy="215444"/>
          </a:xfrm>
        </p:spPr>
        <p:txBody>
          <a:bodyPr/>
          <a:lstStyle>
            <a:lvl1pPr marL="0" marR="0" indent="0" algn="l" defTabSz="932742" rtl="0" eaLnBrk="1" fontAlgn="auto" latinLnBrk="0" hangingPunct="1">
              <a:lnSpc>
                <a:spcPts val="1800"/>
              </a:lnSpc>
              <a:spcBef>
                <a:spcPts val="1200"/>
              </a:spcBef>
              <a:spcAft>
                <a:spcPts val="0"/>
              </a:spcAft>
              <a:buClrTx/>
              <a:buSzPct val="90000"/>
              <a:buFont typeface="Wingdings" panose="05000000000000000000" pitchFamily="2" charset="2"/>
              <a:buNone/>
              <a:tabLst/>
              <a:defRPr lang="en-US" sz="1400" b="0" kern="1200" spc="0" baseline="0" dirty="0">
                <a:solidFill>
                  <a:schemeClr val="accent3"/>
                </a:solidFill>
                <a:latin typeface="+mj-lt"/>
                <a:ea typeface="+mn-ea"/>
                <a:cs typeface="+mn-cs"/>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1332631"/>
            <a:ext cx="3474720" cy="3474720"/>
          </a:xfrm>
          <a:prstGeom prst="roundRect">
            <a:avLst>
              <a:gd name="adj" fmla="val 7612"/>
            </a:avLst>
          </a:prstGeo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005673"/>
            <a:ext cx="3475037" cy="215444"/>
          </a:xfrm>
        </p:spPr>
        <p:txBody>
          <a:bodyPr/>
          <a:lstStyle>
            <a:lvl1pPr marL="0" marR="0" indent="0" algn="l" defTabSz="932742" rtl="0" eaLnBrk="1" fontAlgn="auto" latinLnBrk="0" hangingPunct="1">
              <a:lnSpc>
                <a:spcPts val="1800"/>
              </a:lnSpc>
              <a:spcBef>
                <a:spcPts val="1200"/>
              </a:spcBef>
              <a:spcAft>
                <a:spcPts val="0"/>
              </a:spcAft>
              <a:buClrTx/>
              <a:buSzPct val="90000"/>
              <a:buFont typeface="Wingdings" panose="05000000000000000000" pitchFamily="2" charset="2"/>
              <a:buNone/>
              <a:tabLst/>
              <a:defRPr lang="en-US" sz="1400" b="0" kern="1200" spc="0" baseline="0" dirty="0">
                <a:solidFill>
                  <a:schemeClr val="accent3"/>
                </a:solidFill>
                <a:latin typeface="+mj-lt"/>
                <a:ea typeface="+mn-ea"/>
                <a:cs typeface="+mn-cs"/>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1332631"/>
            <a:ext cx="3474720" cy="3474720"/>
          </a:xfrm>
          <a:prstGeom prst="roundRect">
            <a:avLst>
              <a:gd name="adj" fmla="val 7895"/>
            </a:avLst>
          </a:prstGeo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4">
            <a:extLst>
              <a:ext uri="{FF2B5EF4-FFF2-40B4-BE49-F238E27FC236}">
                <a16:creationId xmlns:a16="http://schemas.microsoft.com/office/drawing/2014/main" id="{2BFE283E-20EE-6783-BD84-82B4E8AD3588}"/>
              </a:ext>
            </a:extLst>
          </p:cNvPr>
          <p:cNvSpPr>
            <a:spLocks noGrp="1"/>
          </p:cNvSpPr>
          <p:nvPr>
            <p:ph type="body" sz="quarter" idx="19" hasCustomPrompt="1"/>
          </p:nvPr>
        </p:nvSpPr>
        <p:spPr>
          <a:xfrm>
            <a:off x="584200" y="5354468"/>
            <a:ext cx="3474720" cy="90627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7" name="Text Placeholder 4">
            <a:extLst>
              <a:ext uri="{FF2B5EF4-FFF2-40B4-BE49-F238E27FC236}">
                <a16:creationId xmlns:a16="http://schemas.microsoft.com/office/drawing/2014/main" id="{4F92DA75-7E4D-567F-ECD8-2CA3158E6DF4}"/>
              </a:ext>
            </a:extLst>
          </p:cNvPr>
          <p:cNvSpPr>
            <a:spLocks noGrp="1"/>
          </p:cNvSpPr>
          <p:nvPr>
            <p:ph type="body" sz="quarter" idx="20" hasCustomPrompt="1"/>
          </p:nvPr>
        </p:nvSpPr>
        <p:spPr>
          <a:xfrm>
            <a:off x="4356101" y="5354468"/>
            <a:ext cx="3474720" cy="90627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8" name="Text Placeholder 4">
            <a:extLst>
              <a:ext uri="{FF2B5EF4-FFF2-40B4-BE49-F238E27FC236}">
                <a16:creationId xmlns:a16="http://schemas.microsoft.com/office/drawing/2014/main" id="{1341BE00-329F-B62F-D11D-64896AE5DD0E}"/>
              </a:ext>
            </a:extLst>
          </p:cNvPr>
          <p:cNvSpPr>
            <a:spLocks noGrp="1"/>
          </p:cNvSpPr>
          <p:nvPr>
            <p:ph type="body" sz="quarter" idx="21" hasCustomPrompt="1"/>
          </p:nvPr>
        </p:nvSpPr>
        <p:spPr>
          <a:xfrm>
            <a:off x="8134943" y="5354468"/>
            <a:ext cx="3474445" cy="906274"/>
          </a:xfrm>
          <a:prstGeom prst="rect">
            <a:avLst/>
          </a:prstGeom>
        </p:spPr>
        <p:txBody>
          <a:bodyPr lIns="0" tIns="0" rIns="0" bIns="0"/>
          <a:lstStyle>
            <a:lvl1pPr marL="0" indent="0">
              <a:lnSpc>
                <a:spcPts val="1800"/>
              </a:lnSpc>
              <a:spcBef>
                <a:spcPts val="0"/>
              </a:spcBef>
              <a:buFont typeface="Arial" panose="020B0604020202020204" pitchFamily="34" charset="0"/>
              <a:buNone/>
              <a:defRPr sz="1400" b="0" i="0" spc="0">
                <a:solidFill>
                  <a:srgbClr val="000000"/>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Tree>
    <p:extLst>
      <p:ext uri="{BB962C8B-B14F-4D97-AF65-F5344CB8AC3E}">
        <p14:creationId xmlns:p14="http://schemas.microsoft.com/office/powerpoint/2010/main" val="72166919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Four picture content">
    <p:bg>
      <p:bgPr>
        <a:solidFill>
          <a:srgbClr val="F4F3F5"/>
        </a:solidFill>
        <a:effectLst/>
      </p:bgPr>
    </p:bg>
    <p:spTree>
      <p:nvGrpSpPr>
        <p:cNvPr id="1" name=""/>
        <p:cNvGrpSpPr/>
        <p:nvPr/>
      </p:nvGrpSpPr>
      <p:grpSpPr>
        <a:xfrm>
          <a:off x="0" y="0"/>
          <a:ext cx="0" cy="0"/>
          <a:chOff x="0" y="0"/>
          <a:chExt cx="0" cy="0"/>
        </a:xfrm>
      </p:grpSpPr>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oundRect">
            <a:avLst>
              <a:gd name="adj" fmla="val 9291"/>
            </a:avLst>
          </a:prstGeo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oundRect">
            <a:avLst>
              <a:gd name="adj" fmla="val 9680"/>
            </a:avLst>
          </a:prstGeo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oundRect">
            <a:avLst>
              <a:gd name="adj" fmla="val 9679"/>
            </a:avLst>
          </a:prstGeo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prstGeom prst="roundRect">
            <a:avLst>
              <a:gd name="adj" fmla="val 9680"/>
            </a:avLst>
          </a:prstGeo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3413908"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5204"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hasCustomPrompt="1"/>
          </p:nvPr>
        </p:nvSpPr>
        <p:spPr>
          <a:xfrm>
            <a:off x="9076500" y="4753938"/>
            <a:ext cx="2532888" cy="246221"/>
          </a:xfrm>
        </p:spPr>
        <p:txBody>
          <a:bodyPr/>
          <a:lstStyle>
            <a:lvl1pPr marL="0" indent="0" algn="l">
              <a:spcBef>
                <a:spcPts val="0"/>
              </a:spcBef>
              <a:buNone/>
              <a:defRPr sz="1600">
                <a:latin typeface="+mj-lt"/>
              </a:defRPr>
            </a:lvl1pPr>
          </a:lstStyle>
          <a:p>
            <a:pPr lvl="0"/>
            <a:r>
              <a:rPr lang="en-US"/>
              <a:t>Click to edit text styles</a:t>
            </a:r>
          </a:p>
        </p:txBody>
      </p:sp>
    </p:spTree>
    <p:extLst>
      <p:ext uri="{BB962C8B-B14F-4D97-AF65-F5344CB8AC3E}">
        <p14:creationId xmlns:p14="http://schemas.microsoft.com/office/powerpoint/2010/main" val="390691479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wo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5334000"/>
            <a:ext cx="4892040" cy="246221"/>
          </a:xfrm>
        </p:spPr>
        <p:txBody>
          <a:bodyPr/>
          <a:lstStyle>
            <a:lvl1pPr marL="0" indent="0" algn="ctr">
              <a:spcBef>
                <a:spcPts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6714744" y="5334000"/>
            <a:ext cx="4892040" cy="246221"/>
          </a:xfrm>
        </p:spPr>
        <p:txBody>
          <a:bodyPr/>
          <a:lstStyle>
            <a:lvl1pPr marL="0" indent="0" algn="ctr">
              <a:spcBef>
                <a:spcPts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8759501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Three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2"/>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2852928" cy="246221"/>
          </a:xfrm>
        </p:spPr>
        <p:txBody>
          <a:bodyPr/>
          <a:lstStyle>
            <a:lvl1pPr marL="0" indent="0" algn="ctr">
              <a:spcBef>
                <a:spcPts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4669536" y="4799409"/>
            <a:ext cx="2852928" cy="246221"/>
          </a:xfrm>
        </p:spPr>
        <p:txBody>
          <a:bodyPr/>
          <a:lstStyle>
            <a:lvl1pPr marL="0" indent="0" algn="ctr">
              <a:spcBef>
                <a:spcPts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8753856" y="4799410"/>
            <a:ext cx="2852928" cy="246221"/>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2556978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Four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3649472" y="4799409"/>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6713728" y="4799410"/>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9777984" y="4799409"/>
            <a:ext cx="1828800" cy="492443"/>
          </a:xfrm>
        </p:spPr>
        <p:txBody>
          <a:bodyPr/>
          <a:lstStyle>
            <a:lvl1pPr marL="0" indent="0" algn="ctr">
              <a:spcBef>
                <a:spcPts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0352003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Five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292608" y="4800600"/>
            <a:ext cx="1801368" cy="492443"/>
          </a:xfrm>
        </p:spPr>
        <p:txBody>
          <a:bodyPr/>
          <a:lstStyle>
            <a:lvl1pPr marL="0" indent="0" algn="ctr">
              <a:spcBef>
                <a:spcPts val="0"/>
              </a:spcBef>
              <a:buNone/>
              <a:defRPr sz="1600">
                <a:solidFill>
                  <a:schemeClr val="tx1"/>
                </a:solidFill>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2743962" y="4799409"/>
            <a:ext cx="1801368" cy="492443"/>
          </a:xfrm>
        </p:spPr>
        <p:txBody>
          <a:bodyPr/>
          <a:lstStyle>
            <a:lvl1pPr marL="0" indent="0" algn="ctr">
              <a:spcBef>
                <a:spcPts val="0"/>
              </a:spcBef>
              <a:buNone/>
              <a:defRPr sz="1600">
                <a:solidFill>
                  <a:schemeClr val="tx1"/>
                </a:solidFill>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5195316" y="4799410"/>
            <a:ext cx="1801368" cy="492443"/>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7646670" y="4799409"/>
            <a:ext cx="1801368" cy="492443"/>
          </a:xfrm>
        </p:spPr>
        <p:txBody>
          <a:bodyPr/>
          <a:lstStyle>
            <a:lvl1pPr marL="0" indent="0" algn="ctr">
              <a:spcBef>
                <a:spcPts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hasCustomPrompt="1"/>
          </p:nvPr>
        </p:nvSpPr>
        <p:spPr>
          <a:xfrm>
            <a:off x="10098024" y="4799409"/>
            <a:ext cx="1801368" cy="492443"/>
          </a:xfrm>
        </p:spPr>
        <p:txBody>
          <a:bodyPr/>
          <a:lstStyle>
            <a:lvl1pPr marL="0" indent="0" algn="ctr">
              <a:spcBef>
                <a:spcPts val="0"/>
              </a:spcBef>
              <a:buNone/>
              <a:defRPr sz="1600">
                <a:latin typeface="+mj-lt"/>
              </a:defRPr>
            </a:lvl1pPr>
          </a:lstStyle>
          <a:p>
            <a:pPr lvl="0"/>
            <a:r>
              <a:rPr lang="en-US"/>
              <a:t>Click to edit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017624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hree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9747"/>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2037906"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4939284"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7840663"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773487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Four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3487250"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6390300"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9293351" y="4800600"/>
            <a:ext cx="2313432" cy="246221"/>
          </a:xfrm>
        </p:spPr>
        <p:txBody>
          <a:bodyPr/>
          <a:lstStyle>
            <a:lvl1pPr marL="0" indent="0" algn="ctr">
              <a:spcBef>
                <a:spcPts val="0"/>
              </a:spcBef>
              <a:buNone/>
              <a:defRPr sz="16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734221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Five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2905506"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5227320" y="4235451"/>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7548118"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hasCustomPrompt="1"/>
          </p:nvPr>
        </p:nvSpPr>
        <p:spPr>
          <a:xfrm>
            <a:off x="9869423" y="4235450"/>
            <a:ext cx="1737360" cy="492443"/>
          </a:xfrm>
        </p:spPr>
        <p:txBody>
          <a:bodyPr/>
          <a:lstStyle>
            <a:lvl1pPr marL="0" indent="0" algn="ctr">
              <a:spcBef>
                <a:spcPts val="0"/>
              </a:spcBef>
              <a:buNone/>
              <a:defRPr sz="16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4477251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and text side by sid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hasCustomPrompt="1"/>
          </p:nvPr>
        </p:nvSpPr>
        <p:spPr>
          <a:xfrm>
            <a:off x="4356100" y="2309812"/>
            <a:ext cx="7253288" cy="3959225"/>
          </a:xfrm>
        </p:spPr>
        <p:txBody>
          <a:bodyPr anchor="t"/>
          <a:lstStyle>
            <a:lvl1pPr marL="231775" indent="-231775">
              <a:spcAft>
                <a:spcPts val="600"/>
              </a:spcAft>
              <a:buFont typeface="Wingdings" panose="05000000000000000000" pitchFamily="2" charset="2"/>
              <a:buChar char=""/>
              <a:defRPr sz="1800"/>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48370C-2FF9-EB05-1275-F0B9E34E40E3}"/>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57362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and text side by side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cxnSp>
        <p:nvCxnSpPr>
          <p:cNvPr id="13" name="Straight Connector 12">
            <a:extLst>
              <a:ext uri="{FF2B5EF4-FFF2-40B4-BE49-F238E27FC236}">
                <a16:creationId xmlns:a16="http://schemas.microsoft.com/office/drawing/2014/main" id="{FD366496-0526-A79B-C195-310BDEC5329D}"/>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8B9282B-2098-430D-B57F-67ED8C920ADA}"/>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F917A19-5353-F019-737D-CB017D70B4F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E9EDB421-EDBF-FF28-16C9-56834DF21C4E}"/>
              </a:ext>
            </a:extLst>
          </p:cNvPr>
          <p:cNvSpPr>
            <a:spLocks noGrp="1"/>
          </p:cNvSpPr>
          <p:nvPr>
            <p:ph type="body" sz="quarter" idx="24" hasCustomPrompt="1"/>
          </p:nvPr>
        </p:nvSpPr>
        <p:spPr>
          <a:xfrm>
            <a:off x="4912936" y="2309812"/>
            <a:ext cx="6693847"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p:txBody>
      </p:sp>
      <p:sp>
        <p:nvSpPr>
          <p:cNvPr id="20" name="Text Placeholder 2">
            <a:extLst>
              <a:ext uri="{FF2B5EF4-FFF2-40B4-BE49-F238E27FC236}">
                <a16:creationId xmlns:a16="http://schemas.microsoft.com/office/drawing/2014/main" id="{8C86039A-AC59-0AA2-3B10-E7EE56A2CD57}"/>
              </a:ext>
            </a:extLst>
          </p:cNvPr>
          <p:cNvSpPr>
            <a:spLocks noGrp="1"/>
          </p:cNvSpPr>
          <p:nvPr>
            <p:ph type="body" sz="quarter" idx="25" hasCustomPrompt="1"/>
          </p:nvPr>
        </p:nvSpPr>
        <p:spPr>
          <a:xfrm>
            <a:off x="4354523" y="2309812"/>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84126602"/>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and text side by side 3">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9"/>
            <a:ext cx="6667500" cy="5683248"/>
          </a:xfrm>
        </p:spPr>
        <p:txBody>
          <a:bodyPr anchor="ctr"/>
          <a:lstStyle>
            <a:lvl1pPr marL="231775" indent="-231775">
              <a:spcAft>
                <a:spcPts val="600"/>
              </a:spcAft>
              <a:buFont typeface="Wingdings" panose="05000000000000000000" pitchFamily="2" charset="2"/>
              <a:buChar char=""/>
              <a:defRPr sz="1800"/>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82075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 Placeholder 2">
            <a:extLst>
              <a:ext uri="{FF2B5EF4-FFF2-40B4-BE49-F238E27FC236}">
                <a16:creationId xmlns:a16="http://schemas.microsoft.com/office/drawing/2014/main" id="{EFC8378B-6E45-F469-0519-68B9FC5BEEA8}"/>
              </a:ext>
            </a:extLst>
          </p:cNvPr>
          <p:cNvSpPr>
            <a:spLocks noGrp="1"/>
          </p:cNvSpPr>
          <p:nvPr>
            <p:ph type="body" sz="quarter" idx="11" hasCustomPrompt="1"/>
          </p:nvPr>
        </p:nvSpPr>
        <p:spPr>
          <a:xfrm>
            <a:off x="5654082" y="1857800"/>
            <a:ext cx="5966418"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p:txBody>
      </p:sp>
      <p:sp>
        <p:nvSpPr>
          <p:cNvPr id="16" name="Text Placeholder 2">
            <a:extLst>
              <a:ext uri="{FF2B5EF4-FFF2-40B4-BE49-F238E27FC236}">
                <a16:creationId xmlns:a16="http://schemas.microsoft.com/office/drawing/2014/main" id="{6763BA2C-322D-A7E8-7431-EF84FFCD9B12}"/>
              </a:ext>
            </a:extLst>
          </p:cNvPr>
          <p:cNvSpPr>
            <a:spLocks noGrp="1"/>
          </p:cNvSpPr>
          <p:nvPr>
            <p:ph type="body" sz="quarter" idx="25" hasCustomPrompt="1"/>
          </p:nvPr>
        </p:nvSpPr>
        <p:spPr>
          <a:xfrm>
            <a:off x="5095668" y="1857800"/>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233279391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Pr>
        <a:solidFill>
          <a:srgbClr val="F4F3F5"/>
        </a:solidFill>
        <a:effectLst/>
      </p:bgPr>
    </p:bg>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50BFCD8B-853E-92A8-FD5C-C5659CCB744A}"/>
              </a:ext>
              <a:ext uri="{C183D7F6-B498-43B3-948B-1728B52AA6E4}">
                <adec:decorative xmlns:adec="http://schemas.microsoft.com/office/drawing/2017/decorative" val="1"/>
              </a:ext>
            </a:extLst>
          </p:cNvPr>
          <p:cNvCxnSpPr>
            <a:cxnSpLocks/>
          </p:cNvCxnSpPr>
          <p:nvPr userDrawn="1"/>
        </p:nvCxnSpPr>
        <p:spPr>
          <a:xfrm>
            <a:off x="584200" y="2019300"/>
            <a:ext cx="3182112" cy="0"/>
          </a:xfrm>
          <a:prstGeom prst="line">
            <a:avLst/>
          </a:prstGeom>
          <a:ln w="76200" cap="rnd">
            <a:gradFill>
              <a:gsLst>
                <a:gs pos="0">
                  <a:schemeClr val="accent1"/>
                </a:gs>
                <a:gs pos="100000">
                  <a:schemeClr val="accent2"/>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cxnSp>
        <p:nvCxnSpPr>
          <p:cNvPr id="13" name="Straight Connector 12">
            <a:extLst>
              <a:ext uri="{FF2B5EF4-FFF2-40B4-BE49-F238E27FC236}">
                <a16:creationId xmlns:a16="http://schemas.microsoft.com/office/drawing/2014/main" id="{1698F6FE-FA89-D09B-0F56-2F89F05F6E1E}"/>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1DBC7FD1-5168-7C9E-36DD-EFCBEFE2FACE}"/>
              </a:ext>
            </a:extLst>
          </p:cNvPr>
          <p:cNvSpPr>
            <a:spLocks noGrp="1"/>
          </p:cNvSpPr>
          <p:nvPr>
            <p:ph type="body" sz="quarter" idx="24" hasCustomPrompt="1"/>
          </p:nvPr>
        </p:nvSpPr>
        <p:spPr>
          <a:xfrm>
            <a:off x="4912936" y="2309812"/>
            <a:ext cx="6693847"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tabLst/>
              <a:defRPr/>
            </a:pPr>
            <a:r>
              <a:rPr lang="en-US"/>
              <a:t>Click to edit text</a:t>
            </a:r>
          </a:p>
        </p:txBody>
      </p:sp>
      <p:sp>
        <p:nvSpPr>
          <p:cNvPr id="19" name="Text Placeholder 2">
            <a:extLst>
              <a:ext uri="{FF2B5EF4-FFF2-40B4-BE49-F238E27FC236}">
                <a16:creationId xmlns:a16="http://schemas.microsoft.com/office/drawing/2014/main" id="{AC81A518-CF66-2BAF-FE9A-48CB9F7E9C5C}"/>
              </a:ext>
            </a:extLst>
          </p:cNvPr>
          <p:cNvSpPr>
            <a:spLocks noGrp="1"/>
          </p:cNvSpPr>
          <p:nvPr>
            <p:ph type="body" sz="quarter" idx="25" hasCustomPrompt="1"/>
          </p:nvPr>
        </p:nvSpPr>
        <p:spPr>
          <a:xfrm>
            <a:off x="4354523" y="2309812"/>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3363125809"/>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F4F3F5"/>
        </a:solidFill>
        <a:effectLst/>
      </p:bgPr>
    </p:bg>
    <p:spTree>
      <p:nvGrpSpPr>
        <p:cNvPr id="1" name=""/>
        <p:cNvGrpSpPr/>
        <p:nvPr/>
      </p:nvGrpSpPr>
      <p:grpSpPr>
        <a:xfrm>
          <a:off x="0" y="0"/>
          <a:ext cx="0" cy="0"/>
          <a:chOff x="0" y="0"/>
          <a:chExt cx="0" cy="0"/>
        </a:xfrm>
      </p:grpSpPr>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vert="horz" wrap="square" lIns="585216" tIns="91440" rIns="0" bIns="45720" rtlCol="0">
            <a:spAutoFit/>
          </a:bodyPr>
          <a:lstStyle>
            <a:lvl1pPr marL="0" indent="0">
              <a:buNone/>
              <a:defRPr kumimoji="0" lang="en-US" sz="1999" b="0" i="0" u="none" strike="noStrike" cap="none" normalizeH="0" dirty="0">
                <a:ln>
                  <a:noFill/>
                </a:ln>
                <a:solidFill>
                  <a:srgbClr val="FFFFFF"/>
                </a:solidFill>
                <a:effectLst/>
                <a:uLnTx/>
                <a:uFillTx/>
                <a:latin typeface="Segoe UI Semibold"/>
              </a:defRPr>
            </a:lvl1pPr>
          </a:lstStyle>
          <a:p>
            <a:pPr marL="228600" lvl="0" indent="-228600"/>
            <a:r>
              <a:rPr lang="en-US"/>
              <a:t>Click to enter title</a:t>
            </a:r>
          </a:p>
        </p:txBody>
      </p:sp>
    </p:spTree>
    <p:extLst>
      <p:ext uri="{BB962C8B-B14F-4D97-AF65-F5344CB8AC3E}">
        <p14:creationId xmlns:p14="http://schemas.microsoft.com/office/powerpoint/2010/main" val="258680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eveloper cod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88263" y="2099310"/>
            <a:ext cx="11018520" cy="307777"/>
          </a:xfrm>
        </p:spPr>
        <p:txBody>
          <a:bodyPr/>
          <a:lstStyle>
            <a:lvl1pPr marL="0" indent="0">
              <a:buNone/>
              <a:tabLst/>
              <a:defRPr sz="20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Tree>
    <p:extLst>
      <p:ext uri="{BB962C8B-B14F-4D97-AF65-F5344CB8AC3E}">
        <p14:creationId xmlns:p14="http://schemas.microsoft.com/office/powerpoint/2010/main" val="11567833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Developer 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07777"/>
          </a:xfrm>
        </p:spPr>
        <p:txBody>
          <a:bodyPr wrap="square">
            <a:spAutoFit/>
          </a:bodyPr>
          <a:lstStyle>
            <a:lvl1pPr marL="0" indent="0">
              <a:spcBef>
                <a:spcPts val="600"/>
              </a:spcBef>
              <a:spcAft>
                <a:spcPts val="0"/>
              </a:spcAft>
              <a:buNone/>
              <a:defRPr sz="20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07777"/>
          </a:xfrm>
        </p:spPr>
        <p:txBody>
          <a:bodyPr/>
          <a:lstStyle>
            <a:lvl1pPr marL="0" indent="0">
              <a:buNone/>
              <a:tabLst/>
              <a:defRPr sz="20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791757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Developer 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a:xfrm>
            <a:off x="588263" y="4224580"/>
            <a:ext cx="11018520" cy="492443"/>
          </a:xfrm>
        </p:spPr>
        <p:txBody>
          <a:bodyPr/>
          <a:lstStyle>
            <a:lvl1pPr>
              <a:defRPr sz="3200">
                <a:solidFill>
                  <a:schemeClr val="tx1"/>
                </a:solidFill>
              </a:defRPr>
            </a:lvl1pPr>
          </a:lstStyle>
          <a:p>
            <a:r>
              <a:rPr lang="en-US"/>
              <a:t>Click to edit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07777"/>
          </a:xfrm>
        </p:spPr>
        <p:txBody>
          <a:bodyPr/>
          <a:lstStyle>
            <a:lvl1pPr marL="0" indent="0">
              <a:buNone/>
              <a:tabLst/>
              <a:defRPr sz="20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07777"/>
          </a:xfrm>
        </p:spPr>
        <p:txBody>
          <a:bodyPr wrap="square">
            <a:spAutoFit/>
          </a:bodyPr>
          <a:lstStyle>
            <a:lvl1pPr marL="0" indent="0">
              <a:spcBef>
                <a:spcPts val="600"/>
              </a:spcBef>
              <a:spcAft>
                <a:spcPts val="0"/>
              </a:spcAft>
              <a:buNone/>
              <a:defRPr sz="20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09321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Developer code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07777"/>
          </a:xfrm>
        </p:spPr>
        <p:txBody>
          <a:bodyPr wrap="square">
            <a:spAutoFit/>
          </a:bodyPr>
          <a:lstStyle>
            <a:lvl1pPr marL="0" indent="0">
              <a:lnSpc>
                <a:spcPct val="100000"/>
              </a:lnSpc>
              <a:spcBef>
                <a:spcPts val="600"/>
              </a:spcBef>
              <a:spcAft>
                <a:spcPts val="0"/>
              </a:spcAft>
              <a:buNone/>
              <a:defRPr sz="20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07777"/>
          </a:xfrm>
        </p:spPr>
        <p:txBody>
          <a:bodyPr/>
          <a:lstStyle>
            <a:lvl1pPr marL="0" indent="0">
              <a:buNone/>
              <a:tabLst/>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6827088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Developer code left">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07777"/>
          </a:xfrm>
        </p:spPr>
        <p:txBody>
          <a:bodyPr/>
          <a:lstStyle>
            <a:lvl1pPr marL="0" indent="0">
              <a:buNone/>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07777"/>
          </a:xfrm>
        </p:spPr>
        <p:txBody>
          <a:bodyPr wrap="square">
            <a:spAutoFit/>
          </a:bodyPr>
          <a:lstStyle>
            <a:lvl1pPr marL="0" indent="0">
              <a:lnSpc>
                <a:spcPct val="100000"/>
              </a:lnSpc>
              <a:spcBef>
                <a:spcPts val="600"/>
              </a:spcBef>
              <a:spcAft>
                <a:spcPts val="0"/>
              </a:spcAft>
              <a:buNone/>
              <a:defRPr sz="20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9302251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Developer code left, image right">
    <p:bg>
      <p:bgPr>
        <a:solidFill>
          <a:srgbClr val="F4F3F5"/>
        </a:solidFill>
        <a:effectLst/>
      </p:bgPr>
    </p:bg>
    <p:spTree>
      <p:nvGrpSpPr>
        <p:cNvPr id="1" name=""/>
        <p:cNvGrpSpPr/>
        <p:nvPr/>
      </p:nvGrpSpPr>
      <p:grpSpPr>
        <a:xfrm>
          <a:off x="0" y="0"/>
          <a:ext cx="0" cy="0"/>
          <a:chOff x="0" y="0"/>
          <a:chExt cx="0" cy="0"/>
        </a:xfrm>
      </p:grpSpPr>
      <p:sp>
        <p:nvSpPr>
          <p:cNvPr id="9" name="Picture Placeholder 7" descr="This photo is a 'placeholder' only. Drag or drop your photo here, or click and tap the center to insert a photo.">
            <a:extLst>
              <a:ext uri="{FF2B5EF4-FFF2-40B4-BE49-F238E27FC236}">
                <a16:creationId xmlns:a16="http://schemas.microsoft.com/office/drawing/2014/main" id="{8456ECE7-2FD2-0E8A-D0BD-61173814D9B7}"/>
              </a:ext>
            </a:extLst>
          </p:cNvPr>
          <p:cNvSpPr>
            <a:spLocks noGrp="1"/>
          </p:cNvSpPr>
          <p:nvPr>
            <p:ph type="pic" sz="quarter" idx="10" hasCustomPrompt="1"/>
          </p:nvPr>
        </p:nvSpPr>
        <p:spPr bwMode="ltGray">
          <a:xfrm>
            <a:off x="8490856" y="707231"/>
            <a:ext cx="3116945" cy="5561808"/>
          </a:xfrm>
          <a:prstGeom prst="roundRect">
            <a:avLst>
              <a:gd name="adj" fmla="val 4445"/>
            </a:avLst>
          </a:prstGeom>
          <a:blipFill>
            <a:blip r:embed="rId2"/>
            <a:stretch>
              <a:fillRect l="-107368" r="-109854"/>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07777"/>
          </a:xfrm>
        </p:spPr>
        <p:txBody>
          <a:bodyPr/>
          <a:lstStyle>
            <a:lvl1pPr marL="0" indent="0">
              <a:buNone/>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042137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Device 1">
    <p:bg>
      <p:bgPr>
        <a:solidFill>
          <a:srgbClr val="F4F3F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584200" y="464817"/>
            <a:ext cx="11023600"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584200" y="1922802"/>
            <a:ext cx="4630006" cy="615553"/>
          </a:xfrm>
          <a:prstGeom prst="rect">
            <a:avLst/>
          </a:prstGeom>
        </p:spPr>
        <p:txBody>
          <a:bodyPr wrap="square" lIns="0" tIns="0" rIns="0" bIns="0">
            <a:spAutoFit/>
          </a:bodyPr>
          <a:lstStyle>
            <a:lvl1pPr marL="0" indent="0">
              <a:lnSpc>
                <a:spcPts val="2400"/>
              </a:lnSpc>
              <a:buNone/>
              <a:defRPr sz="2000"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a:t>Large subhead Segoe UI Regular 20/24. </a:t>
            </a:r>
            <a:r>
              <a:rPr lang="da-DK"/>
              <a:t>Lorem ipsum dolor sit amet</a:t>
            </a:r>
            <a:r>
              <a:rPr lang="pt-BR"/>
              <a:t>.</a:t>
            </a:r>
            <a:endParaRPr lang="en-US"/>
          </a:p>
        </p:txBody>
      </p:sp>
      <p:sp>
        <p:nvSpPr>
          <p:cNvPr id="5" name="Text Placeholder 4"/>
          <p:cNvSpPr>
            <a:spLocks noGrp="1"/>
          </p:cNvSpPr>
          <p:nvPr>
            <p:ph type="body" sz="quarter" idx="11" hasCustomPrompt="1"/>
          </p:nvPr>
        </p:nvSpPr>
        <p:spPr>
          <a:xfrm>
            <a:off x="584199" y="2707597"/>
            <a:ext cx="4630005" cy="2521331"/>
          </a:xfrm>
          <a:prstGeom prst="rect">
            <a:avLst/>
          </a:prstGeom>
        </p:spPr>
        <p:txBody>
          <a:bodyPr lIns="0" tIns="0" rIns="0" bIns="0"/>
          <a:lstStyle>
            <a:lvl1pPr marL="0" indent="0">
              <a:lnSpc>
                <a:spcPts val="1765"/>
              </a:lnSpc>
              <a:spcBef>
                <a:spcPts val="0"/>
              </a:spcBef>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a:p>
            <a:pPr lvl="0"/>
            <a:endParaRPr lang="en-US"/>
          </a:p>
          <a:p>
            <a:pPr lvl="0"/>
            <a:r>
              <a:rPr lang="en-US"/>
              <a:t>Body copy 14 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8812" y="1519688"/>
            <a:ext cx="5833188" cy="4343375"/>
          </a:xfrm>
          <a:prstGeom prst="rect">
            <a:avLst/>
          </a:prstGeom>
        </p:spPr>
        <p:txBody>
          <a:bodyPr anchor="ctr" anchorCtr="0">
            <a:noAutofit/>
          </a:bodyPr>
          <a:lstStyle>
            <a:lvl1pPr algn="ctr">
              <a:defRPr>
                <a:solidFill>
                  <a:srgbClr val="000000"/>
                </a:solidFill>
              </a:defRPr>
            </a:lvl1pPr>
          </a:lstStyle>
          <a:p>
            <a:r>
              <a:rPr lang="en-US"/>
              <a:t>Click icon to add picture</a:t>
            </a:r>
          </a:p>
        </p:txBody>
      </p:sp>
    </p:spTree>
    <p:extLst>
      <p:ext uri="{BB962C8B-B14F-4D97-AF65-F5344CB8AC3E}">
        <p14:creationId xmlns:p14="http://schemas.microsoft.com/office/powerpoint/2010/main" val="690846582"/>
      </p:ext>
    </p:extLst>
  </p:cSld>
  <p:clrMapOvr>
    <a:masterClrMapping/>
  </p:clrMapOvr>
  <p:transition>
    <p:fade/>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Device 2">
    <p:bg>
      <p:bgPr>
        <a:solidFill>
          <a:srgbClr val="F4F3F5"/>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1535104"/>
            <a:ext cx="5834041" cy="4315059"/>
          </a:xfrm>
          <a:prstGeom prst="rect">
            <a:avLst/>
          </a:prstGeom>
        </p:spPr>
        <p:txBody>
          <a:bodyPr anchor="ctr" anchorCtr="0">
            <a:noAutofit/>
          </a:bodyPr>
          <a:lstStyle>
            <a:lvl1pPr algn="ctr">
              <a:defRPr>
                <a:solidFill>
                  <a:srgbClr val="000000"/>
                </a:solidFill>
              </a:defRPr>
            </a:lvl1pPr>
          </a:lstStyle>
          <a:p>
            <a:r>
              <a:rPr lang="en-US"/>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593750" y="2000739"/>
            <a:ext cx="1693247" cy="442532"/>
          </a:xfrm>
          <a:prstGeom prst="rect">
            <a:avLst/>
          </a:prstGeom>
        </p:spPr>
        <p:txBody>
          <a:bodyPr lIns="0" tIns="0" rIns="0" bIns="0"/>
          <a:lstStyle>
            <a:lvl1pPr marL="0" indent="0">
              <a:lnSpc>
                <a:spcPts val="1765"/>
              </a:lnSpc>
              <a:spcBef>
                <a:spcPts val="882"/>
              </a:spcBef>
              <a:buNone/>
              <a:defRPr lang="en-US" sz="14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521876" y="2000739"/>
            <a:ext cx="1693247" cy="442532"/>
          </a:xfrm>
          <a:prstGeom prst="rect">
            <a:avLst/>
          </a:prstGeom>
        </p:spPr>
        <p:txBody>
          <a:bodyPr lIns="0" tIns="0" rIns="0" bIns="0"/>
          <a:lstStyle>
            <a:lvl1pPr marL="0" indent="0">
              <a:lnSpc>
                <a:spcPts val="1765"/>
              </a:lnSpc>
              <a:spcBef>
                <a:spcPts val="882"/>
              </a:spcBef>
              <a:buNone/>
              <a:defRPr lang="en-US" sz="14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590248" y="2528961"/>
            <a:ext cx="1693247" cy="1828834"/>
          </a:xfrm>
          <a:prstGeom prst="rect">
            <a:avLst/>
          </a:prstGeom>
        </p:spPr>
        <p:txBody>
          <a:bodyPr lIns="0" tIns="0" rIns="0" bIns="0"/>
          <a:lstStyle>
            <a:lvl1pPr marL="0" indent="0">
              <a:lnSpc>
                <a:spcPts val="1765"/>
              </a:lnSpc>
              <a:spcBef>
                <a:spcPts val="0"/>
              </a:spcBef>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521608" y="2528961"/>
            <a:ext cx="1693247" cy="1828834"/>
          </a:xfrm>
          <a:prstGeom prst="rect">
            <a:avLst/>
          </a:prstGeom>
        </p:spPr>
        <p:txBody>
          <a:bodyPr lIns="0" tIns="0" rIns="0" bIns="0"/>
          <a:lstStyle>
            <a:lvl1pPr marL="0" indent="0">
              <a:lnSpc>
                <a:spcPts val="1765"/>
              </a:lnSpc>
              <a:spcBef>
                <a:spcPts val="0"/>
              </a:spcBef>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11" name="Title 1">
            <a:extLst>
              <a:ext uri="{FF2B5EF4-FFF2-40B4-BE49-F238E27FC236}">
                <a16:creationId xmlns:a16="http://schemas.microsoft.com/office/drawing/2014/main" id="{41C62C6E-6C8D-E263-ED20-65125864F2C8}"/>
              </a:ext>
            </a:extLst>
          </p:cNvPr>
          <p:cNvSpPr>
            <a:spLocks noGrp="1"/>
          </p:cNvSpPr>
          <p:nvPr>
            <p:ph type="title" hasCustomPrompt="1"/>
          </p:nvPr>
        </p:nvSpPr>
        <p:spPr>
          <a:xfrm>
            <a:off x="582612" y="462415"/>
            <a:ext cx="11026776"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2: two columns</a:t>
            </a:r>
          </a:p>
        </p:txBody>
      </p:sp>
    </p:spTree>
    <p:extLst>
      <p:ext uri="{BB962C8B-B14F-4D97-AF65-F5344CB8AC3E}">
        <p14:creationId xmlns:p14="http://schemas.microsoft.com/office/powerpoint/2010/main" val="993326050"/>
      </p:ext>
    </p:extLst>
  </p:cSld>
  <p:clrMapOvr>
    <a:masterClrMapping/>
  </p:clrMapOvr>
  <p:transition>
    <p:fade/>
  </p:transition>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Device 3">
    <p:bg>
      <p:bgPr>
        <a:solidFill>
          <a:srgbClr val="F4F3F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466045"/>
            <a:ext cx="11025188"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3</a:t>
            </a:r>
          </a:p>
        </p:txBody>
      </p:sp>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1599603"/>
            <a:ext cx="7678751" cy="4327960"/>
          </a:xfrm>
          <a:prstGeom prst="rect">
            <a:avLst/>
          </a:prstGeom>
        </p:spPr>
        <p:txBody>
          <a:bodyPr anchor="ctr" anchorCtr="0">
            <a:noAutofit/>
          </a:bodyPr>
          <a:lstStyle>
            <a:lvl1pPr algn="ctr">
              <a:defRPr>
                <a:solidFill>
                  <a:srgbClr val="000000"/>
                </a:solidFill>
              </a:defRPr>
            </a:lvl1pPr>
          </a:lstStyle>
          <a:p>
            <a:r>
              <a:rPr lang="en-US"/>
              <a:t>Click icon to add picture</a:t>
            </a:r>
          </a:p>
        </p:txBody>
      </p:sp>
    </p:spTree>
    <p:extLst>
      <p:ext uri="{BB962C8B-B14F-4D97-AF65-F5344CB8AC3E}">
        <p14:creationId xmlns:p14="http://schemas.microsoft.com/office/powerpoint/2010/main" val="1165843007"/>
      </p:ext>
    </p:extLst>
  </p:cSld>
  <p:clrMapOvr>
    <a:masterClrMapping/>
  </p:clrMapOvr>
  <p:transition>
    <p:fade/>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hart with caption">
    <p:bg>
      <p:bgPr>
        <a:solidFill>
          <a:srgbClr val="F4F3F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466045"/>
            <a:ext cx="11025188"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layout examples</a:t>
            </a:r>
          </a:p>
        </p:txBody>
      </p:sp>
      <p:sp>
        <p:nvSpPr>
          <p:cNvPr id="5" name="Chart Placeholder 6">
            <a:extLst>
              <a:ext uri="{FF2B5EF4-FFF2-40B4-BE49-F238E27FC236}">
                <a16:creationId xmlns:a16="http://schemas.microsoft.com/office/drawing/2014/main" id="{D9638BF3-12D1-2694-0190-0AB19FCB5432}"/>
              </a:ext>
            </a:extLst>
          </p:cNvPr>
          <p:cNvSpPr>
            <a:spLocks noGrp="1"/>
          </p:cNvSpPr>
          <p:nvPr>
            <p:ph type="chart" sz="quarter" idx="21"/>
          </p:nvPr>
        </p:nvSpPr>
        <p:spPr>
          <a:xfrm>
            <a:off x="584200"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a:t>Click icon to add chart</a:t>
            </a:r>
          </a:p>
        </p:txBody>
      </p:sp>
      <p:sp>
        <p:nvSpPr>
          <p:cNvPr id="6" name="Text Placeholder 4">
            <a:extLst>
              <a:ext uri="{FF2B5EF4-FFF2-40B4-BE49-F238E27FC236}">
                <a16:creationId xmlns:a16="http://schemas.microsoft.com/office/drawing/2014/main" id="{9FDA6635-EE72-35BC-5065-7C47B07E2AF7}"/>
              </a:ext>
            </a:extLst>
          </p:cNvPr>
          <p:cNvSpPr>
            <a:spLocks noGrp="1"/>
          </p:cNvSpPr>
          <p:nvPr>
            <p:ph type="body" sz="quarter" idx="12" hasCustomPrompt="1"/>
          </p:nvPr>
        </p:nvSpPr>
        <p:spPr>
          <a:xfrm>
            <a:off x="584201" y="5973763"/>
            <a:ext cx="3474720" cy="307777"/>
          </a:xfrm>
          <a:prstGeom prst="rect">
            <a:avLst/>
          </a:prstGeom>
        </p:spPr>
        <p:txBody>
          <a:bodyPr lIns="0" tIns="0" rIns="0" bIns="0"/>
          <a:lstStyle>
            <a:lvl1pPr marL="0" indent="0">
              <a:lnSpc>
                <a:spcPts val="1200"/>
              </a:lnSpc>
              <a:spcBef>
                <a:spcPts val="900"/>
              </a:spcBef>
              <a:buFont typeface="Arial" panose="020B0604020202020204" pitchFamily="34" charset="0"/>
              <a:buNone/>
              <a:defRPr sz="1000" b="0" i="0" spc="0">
                <a:solidFill>
                  <a:srgbClr val="000000"/>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7" name="Text Placeholder 4">
            <a:extLst>
              <a:ext uri="{FF2B5EF4-FFF2-40B4-BE49-F238E27FC236}">
                <a16:creationId xmlns:a16="http://schemas.microsoft.com/office/drawing/2014/main" id="{426EF772-758C-C1A7-A309-173E2AB9C395}"/>
              </a:ext>
            </a:extLst>
          </p:cNvPr>
          <p:cNvSpPr>
            <a:spLocks noGrp="1"/>
          </p:cNvSpPr>
          <p:nvPr>
            <p:ph type="body" sz="quarter" idx="18" hasCustomPrompt="1"/>
          </p:nvPr>
        </p:nvSpPr>
        <p:spPr>
          <a:xfrm>
            <a:off x="4358640" y="5973763"/>
            <a:ext cx="3474720" cy="307777"/>
          </a:xfrm>
          <a:prstGeom prst="rect">
            <a:avLst/>
          </a:prstGeom>
        </p:spPr>
        <p:txBody>
          <a:bodyPr vert="horz" wrap="square" lIns="0" tIns="0" rIns="0" bIns="0" rtlCol="0">
            <a:spAutoFit/>
          </a:bodyPr>
          <a:lstStyle>
            <a:lvl1pPr marL="0" indent="0">
              <a:buNone/>
              <a:tabLst/>
              <a:defRPr lang="en-US" sz="1000" b="0" i="0" spc="0" dirty="0" smtClean="0">
                <a:solidFill>
                  <a:srgbClr val="000000"/>
                </a:solidFill>
                <a:latin typeface="+mn-lt"/>
              </a:defRPr>
            </a:lvl1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9" name="Chart Placeholder 6">
            <a:extLst>
              <a:ext uri="{FF2B5EF4-FFF2-40B4-BE49-F238E27FC236}">
                <a16:creationId xmlns:a16="http://schemas.microsoft.com/office/drawing/2014/main" id="{C01D8C54-5478-2BF6-769F-9F0FC6FB57EA}"/>
              </a:ext>
            </a:extLst>
          </p:cNvPr>
          <p:cNvSpPr>
            <a:spLocks noGrp="1"/>
          </p:cNvSpPr>
          <p:nvPr>
            <p:ph type="chart" sz="quarter" idx="22"/>
          </p:nvPr>
        </p:nvSpPr>
        <p:spPr>
          <a:xfrm>
            <a:off x="4358641"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a:t>Click icon to add chart</a:t>
            </a:r>
          </a:p>
        </p:txBody>
      </p:sp>
      <p:sp>
        <p:nvSpPr>
          <p:cNvPr id="11" name="Chart Placeholder 6">
            <a:extLst>
              <a:ext uri="{FF2B5EF4-FFF2-40B4-BE49-F238E27FC236}">
                <a16:creationId xmlns:a16="http://schemas.microsoft.com/office/drawing/2014/main" id="{657835EA-5000-4043-FCC9-D8A17E147B1F}"/>
              </a:ext>
            </a:extLst>
          </p:cNvPr>
          <p:cNvSpPr>
            <a:spLocks noGrp="1"/>
          </p:cNvSpPr>
          <p:nvPr>
            <p:ph type="chart" sz="quarter" idx="23"/>
          </p:nvPr>
        </p:nvSpPr>
        <p:spPr>
          <a:xfrm>
            <a:off x="8132064"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a:t>Click icon to add chart</a:t>
            </a:r>
          </a:p>
        </p:txBody>
      </p:sp>
      <p:sp>
        <p:nvSpPr>
          <p:cNvPr id="12" name="Text Placeholder 3">
            <a:extLst>
              <a:ext uri="{FF2B5EF4-FFF2-40B4-BE49-F238E27FC236}">
                <a16:creationId xmlns:a16="http://schemas.microsoft.com/office/drawing/2014/main" id="{D11E6A22-8ABF-B71A-3401-3376773ED9AC}"/>
              </a:ext>
            </a:extLst>
          </p:cNvPr>
          <p:cNvSpPr>
            <a:spLocks noGrp="1"/>
          </p:cNvSpPr>
          <p:nvPr>
            <p:ph type="body" sz="quarter" idx="24" hasCustomPrompt="1"/>
          </p:nvPr>
        </p:nvSpPr>
        <p:spPr>
          <a:xfrm>
            <a:off x="584200" y="5783263"/>
            <a:ext cx="3474720"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Caption title Segoe bold 10/12 </a:t>
            </a:r>
          </a:p>
        </p:txBody>
      </p:sp>
      <p:sp>
        <p:nvSpPr>
          <p:cNvPr id="13" name="Text Placeholder 3">
            <a:extLst>
              <a:ext uri="{FF2B5EF4-FFF2-40B4-BE49-F238E27FC236}">
                <a16:creationId xmlns:a16="http://schemas.microsoft.com/office/drawing/2014/main" id="{608861AB-092C-6472-7C72-ED6E47461F7C}"/>
              </a:ext>
            </a:extLst>
          </p:cNvPr>
          <p:cNvSpPr>
            <a:spLocks noGrp="1"/>
          </p:cNvSpPr>
          <p:nvPr>
            <p:ph type="body" sz="quarter" idx="25" hasCustomPrompt="1"/>
          </p:nvPr>
        </p:nvSpPr>
        <p:spPr>
          <a:xfrm>
            <a:off x="4369751" y="5783263"/>
            <a:ext cx="3474720"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Caption title Segoe bold 10/12 </a:t>
            </a:r>
          </a:p>
        </p:txBody>
      </p:sp>
      <p:sp>
        <p:nvSpPr>
          <p:cNvPr id="14" name="Text Placeholder 3">
            <a:extLst>
              <a:ext uri="{FF2B5EF4-FFF2-40B4-BE49-F238E27FC236}">
                <a16:creationId xmlns:a16="http://schemas.microsoft.com/office/drawing/2014/main" id="{000561FE-DBFA-4AC4-AFCD-6B19B0C28254}"/>
              </a:ext>
            </a:extLst>
          </p:cNvPr>
          <p:cNvSpPr>
            <a:spLocks noGrp="1"/>
          </p:cNvSpPr>
          <p:nvPr>
            <p:ph type="body" sz="quarter" idx="26" hasCustomPrompt="1"/>
          </p:nvPr>
        </p:nvSpPr>
        <p:spPr>
          <a:xfrm>
            <a:off x="8132063" y="5783263"/>
            <a:ext cx="3474720" cy="153888"/>
          </a:xfrm>
          <a:prstGeom prst="rect">
            <a:avLst/>
          </a:prstGeom>
        </p:spPr>
        <p:txBody>
          <a:bodyPr tIns="0"/>
          <a:lstStyle>
            <a:lvl1pPr marL="0" indent="0">
              <a:buNone/>
              <a:defRPr lang="en-US" sz="1000" b="1" kern="1200" spc="0" dirty="0" smtClean="0">
                <a:solidFill>
                  <a:srgbClr val="000000"/>
                </a:solidFill>
                <a:latin typeface="+mn-lt"/>
                <a:ea typeface="+mn-ea"/>
                <a:cs typeface="+mn-cs"/>
              </a:defRPr>
            </a:lvl1pPr>
          </a:lstStyle>
          <a:p>
            <a:pPr lvl="0"/>
            <a:r>
              <a:rPr lang="en-US"/>
              <a:t>Caption title Segoe bold 10/12 </a:t>
            </a:r>
          </a:p>
        </p:txBody>
      </p:sp>
      <p:sp>
        <p:nvSpPr>
          <p:cNvPr id="15" name="Text Placeholder 4">
            <a:extLst>
              <a:ext uri="{FF2B5EF4-FFF2-40B4-BE49-F238E27FC236}">
                <a16:creationId xmlns:a16="http://schemas.microsoft.com/office/drawing/2014/main" id="{ABB165B4-FDFD-ADBC-4A1C-58CA8748A55C}"/>
              </a:ext>
            </a:extLst>
          </p:cNvPr>
          <p:cNvSpPr>
            <a:spLocks noGrp="1"/>
          </p:cNvSpPr>
          <p:nvPr>
            <p:ph type="body" sz="quarter" idx="27" hasCustomPrompt="1"/>
          </p:nvPr>
        </p:nvSpPr>
        <p:spPr>
          <a:xfrm>
            <a:off x="8132063" y="5973763"/>
            <a:ext cx="3474720" cy="307777"/>
          </a:xfrm>
          <a:prstGeom prst="rect">
            <a:avLst/>
          </a:prstGeom>
        </p:spPr>
        <p:txBody>
          <a:bodyPr vert="horz" wrap="square" lIns="0" tIns="0" rIns="0" bIns="0" rtlCol="0">
            <a:spAutoFit/>
          </a:bodyPr>
          <a:lstStyle>
            <a:lvl1pPr marL="0" indent="0">
              <a:buNone/>
              <a:tabLst/>
              <a:defRPr lang="en-US" sz="1000" b="0" i="0" spc="0" dirty="0" smtClean="0">
                <a:solidFill>
                  <a:srgbClr val="000000"/>
                </a:solidFill>
                <a:latin typeface="+mn-lt"/>
              </a:defRPr>
            </a:lvl1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Tree>
    <p:extLst>
      <p:ext uri="{BB962C8B-B14F-4D97-AF65-F5344CB8AC3E}">
        <p14:creationId xmlns:p14="http://schemas.microsoft.com/office/powerpoint/2010/main" val="1982342779"/>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able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F1098-5BDB-3A14-0BC4-F3DC4A76BABB}"/>
              </a:ext>
            </a:extLst>
          </p:cNvPr>
          <p:cNvSpPr>
            <a:spLocks noGrp="1"/>
          </p:cNvSpPr>
          <p:nvPr>
            <p:ph type="title" hasCustomPrompt="1"/>
          </p:nvPr>
        </p:nvSpPr>
        <p:spPr/>
        <p:txBody>
          <a:bodyPr/>
          <a:lstStyle>
            <a:lvl1pPr>
              <a:defRPr/>
            </a:lvl1pPr>
          </a:lstStyle>
          <a:p>
            <a:r>
              <a:rPr lang="en-US"/>
              <a:t>Table layout</a:t>
            </a:r>
          </a:p>
        </p:txBody>
      </p:sp>
      <p:sp>
        <p:nvSpPr>
          <p:cNvPr id="4" name="Table Placeholder 3">
            <a:extLst>
              <a:ext uri="{FF2B5EF4-FFF2-40B4-BE49-F238E27FC236}">
                <a16:creationId xmlns:a16="http://schemas.microsoft.com/office/drawing/2014/main" id="{6DAF7D07-1867-0A94-96A1-88DE5F76DCC0}"/>
              </a:ext>
            </a:extLst>
          </p:cNvPr>
          <p:cNvSpPr>
            <a:spLocks noGrp="1"/>
          </p:cNvSpPr>
          <p:nvPr>
            <p:ph type="tbl" sz="quarter" idx="10"/>
          </p:nvPr>
        </p:nvSpPr>
        <p:spPr>
          <a:xfrm>
            <a:off x="584201" y="2201863"/>
            <a:ext cx="11025188" cy="4067176"/>
          </a:xfrm>
          <a:prstGeom prst="rect">
            <a:avLst/>
          </a:prstGeom>
        </p:spPr>
        <p:txBody>
          <a:bodyPr anchor="ctr" anchorCtr="0"/>
          <a:lstStyle>
            <a:lvl1pPr algn="ctr">
              <a:defRPr/>
            </a:lvl1pPr>
          </a:lstStyle>
          <a:p>
            <a:r>
              <a:rPr lang="en-US"/>
              <a:t>Click icon to add table</a:t>
            </a:r>
          </a:p>
        </p:txBody>
      </p:sp>
    </p:spTree>
    <p:extLst>
      <p:ext uri="{BB962C8B-B14F-4D97-AF65-F5344CB8AC3E}">
        <p14:creationId xmlns:p14="http://schemas.microsoft.com/office/powerpoint/2010/main" val="687834266"/>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8FF295-4867-A99B-E458-6E9396360BC0}"/>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1163637" y="4485319"/>
            <a:ext cx="7256463" cy="276999"/>
          </a:xfrm>
          <a:noFill/>
        </p:spPr>
        <p:txBody>
          <a:bodyPr wrap="square" lIns="0" tIns="0" rIns="0" bIns="0">
            <a:spAutoFit/>
          </a:bodyPr>
          <a:lstStyle>
            <a:lvl1pPr marL="0" indent="0">
              <a:spcBef>
                <a:spcPts val="0"/>
              </a:spcBef>
              <a:spcAft>
                <a:spcPts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1163637" y="4891719"/>
            <a:ext cx="7256463" cy="215444"/>
          </a:xfrm>
          <a:noFill/>
        </p:spPr>
        <p:txBody>
          <a:bodyPr wrap="square" lIns="0" tIns="0" rIns="0" bIns="0">
            <a:spAutoFit/>
          </a:bodyPr>
          <a:lstStyle>
            <a:lvl1pPr marL="0" indent="0">
              <a:spcBef>
                <a:spcPts val="0"/>
              </a:spcBef>
              <a:spcAft>
                <a:spcPts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1163637" y="850900"/>
            <a:ext cx="7256463" cy="3238500"/>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2708572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1_Quote sli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95A0AA-74F0-F906-FF6C-5C3C4846A891}"/>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2482850" y="4485319"/>
            <a:ext cx="7256463" cy="276999"/>
          </a:xfrm>
          <a:noFill/>
        </p:spPr>
        <p:txBody>
          <a:bodyPr wrap="square" lIns="0" tIns="0" rIns="0" bIns="0">
            <a:spAutoFit/>
          </a:bodyPr>
          <a:lstStyle>
            <a:lvl1pPr marL="0" indent="0">
              <a:spcBef>
                <a:spcPts val="0"/>
              </a:spcBef>
              <a:spcAft>
                <a:spcPts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2482850" y="4891719"/>
            <a:ext cx="7256463" cy="215444"/>
          </a:xfrm>
          <a:noFill/>
        </p:spPr>
        <p:txBody>
          <a:bodyPr wrap="square" lIns="0" tIns="0" rIns="0" bIns="0">
            <a:spAutoFit/>
          </a:bodyPr>
          <a:lstStyle>
            <a:lvl1pPr marL="0" indent="0">
              <a:spcBef>
                <a:spcPts val="0"/>
              </a:spcBef>
              <a:spcAft>
                <a:spcPts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2482850" y="1177602"/>
            <a:ext cx="7256463" cy="2911798"/>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pic>
        <p:nvPicPr>
          <p:cNvPr id="8" name="Picture 7" descr="Quotation marks">
            <a:extLst>
              <a:ext uri="{FF2B5EF4-FFF2-40B4-BE49-F238E27FC236}">
                <a16:creationId xmlns:a16="http://schemas.microsoft.com/office/drawing/2014/main" id="{04EC2229-8FBE-426A-CDA3-79B76E4E64E9}"/>
              </a:ext>
            </a:extLst>
          </p:cNvPr>
          <p:cNvPicPr>
            <a:picLocks noChangeAspect="1"/>
          </p:cNvPicPr>
          <p:nvPr userDrawn="1"/>
        </p:nvPicPr>
        <p:blipFill>
          <a:blip r:embed="rId3"/>
          <a:stretch>
            <a:fillRect/>
          </a:stretch>
        </p:blipFill>
        <p:spPr bwMode="black">
          <a:xfrm>
            <a:off x="549201" y="1033463"/>
            <a:ext cx="1555824" cy="1392940"/>
          </a:xfrm>
          <a:prstGeom prst="rect">
            <a:avLst/>
          </a:prstGeom>
        </p:spPr>
      </p:pic>
    </p:spTree>
    <p:extLst>
      <p:ext uri="{BB962C8B-B14F-4D97-AF65-F5344CB8AC3E}">
        <p14:creationId xmlns:p14="http://schemas.microsoft.com/office/powerpoint/2010/main" val="2459506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2_Quote sli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EE79450-F76B-B7C6-BF65-EFBA04ADB473}"/>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2482850" y="4485319"/>
            <a:ext cx="7256463" cy="276999"/>
          </a:xfrm>
          <a:noFill/>
        </p:spPr>
        <p:txBody>
          <a:bodyPr wrap="square" lIns="0" tIns="0" rIns="0" bIns="0">
            <a:spAutoFit/>
          </a:bodyPr>
          <a:lstStyle>
            <a:lvl1pPr marL="0" indent="0">
              <a:spcBef>
                <a:spcPts val="0"/>
              </a:spcBef>
              <a:spcAft>
                <a:spcPts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2482850" y="4891719"/>
            <a:ext cx="7256463" cy="215444"/>
          </a:xfrm>
          <a:noFill/>
        </p:spPr>
        <p:txBody>
          <a:bodyPr wrap="square" lIns="0" tIns="0" rIns="0" bIns="0">
            <a:spAutoFit/>
          </a:bodyPr>
          <a:lstStyle>
            <a:lvl1pPr marL="0" indent="0">
              <a:spcBef>
                <a:spcPts val="0"/>
              </a:spcBef>
              <a:spcAft>
                <a:spcPts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2482850" y="1177602"/>
            <a:ext cx="7256463" cy="2911798"/>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pic>
        <p:nvPicPr>
          <p:cNvPr id="11" name="Picture 10" descr="Quotation marks">
            <a:extLst>
              <a:ext uri="{FF2B5EF4-FFF2-40B4-BE49-F238E27FC236}">
                <a16:creationId xmlns:a16="http://schemas.microsoft.com/office/drawing/2014/main" id="{3425CD53-2A7D-2007-E862-FDADC36307A1}"/>
              </a:ext>
            </a:extLst>
          </p:cNvPr>
          <p:cNvPicPr>
            <a:picLocks noChangeAspect="1"/>
          </p:cNvPicPr>
          <p:nvPr userDrawn="1"/>
        </p:nvPicPr>
        <p:blipFill>
          <a:blip r:embed="rId3"/>
          <a:srcRect/>
          <a:stretch/>
        </p:blipFill>
        <p:spPr bwMode="black">
          <a:xfrm>
            <a:off x="564441" y="1042185"/>
            <a:ext cx="1271081" cy="1132055"/>
          </a:xfrm>
          <a:prstGeom prst="rect">
            <a:avLst/>
          </a:prstGeom>
        </p:spPr>
      </p:pic>
    </p:spTree>
    <p:extLst>
      <p:ext uri="{BB962C8B-B14F-4D97-AF65-F5344CB8AC3E}">
        <p14:creationId xmlns:p14="http://schemas.microsoft.com/office/powerpoint/2010/main" val="4224302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8C42C5-9D1B-8547-8199-B0D8C17707CB}"/>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19824"/>
          <a:stretch/>
        </p:blipFill>
        <p:spPr>
          <a:xfrm>
            <a:off x="2417010" y="0"/>
            <a:ext cx="9774990" cy="6858000"/>
          </a:xfrm>
          <a:prstGeom prst="rect">
            <a:avLst/>
          </a:prstGeom>
        </p:spPr>
      </p:pic>
      <p:sp>
        <p:nvSpPr>
          <p:cNvPr id="2" name="Title 1"/>
          <p:cNvSpPr>
            <a:spLocks noGrp="1"/>
          </p:cNvSpPr>
          <p:nvPr>
            <p:ph type="title" hasCustomPrompt="1"/>
          </p:nvPr>
        </p:nvSpPr>
        <p:spPr>
          <a:xfrm>
            <a:off x="585215" y="3091208"/>
            <a:ext cx="4773168"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657645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Demo slide 1">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6AA0B9-027D-8539-FF20-AFB01D1F7528}"/>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19824"/>
          <a:stretch/>
        </p:blipFill>
        <p:spPr>
          <a:xfrm>
            <a:off x="2417010" y="0"/>
            <a:ext cx="9774990" cy="6858000"/>
          </a:xfrm>
          <a:prstGeom prst="rect">
            <a:avLst/>
          </a:prstGeom>
        </p:spPr>
      </p:pic>
      <p:sp>
        <p:nvSpPr>
          <p:cNvPr id="2" name="Title 1"/>
          <p:cNvSpPr>
            <a:spLocks noGrp="1"/>
          </p:cNvSpPr>
          <p:nvPr>
            <p:ph type="title" hasCustomPrompt="1"/>
          </p:nvPr>
        </p:nvSpPr>
        <p:spPr>
          <a:xfrm>
            <a:off x="585216" y="3088623"/>
            <a:ext cx="4772847"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4772847"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3756645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D5FC56-4517-D1AD-EA54-49ECDFA7612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p:cNvSpPr>
            <a:spLocks noGrp="1"/>
          </p:cNvSpPr>
          <p:nvPr>
            <p:ph type="title" hasCustomPrompt="1"/>
          </p:nvPr>
        </p:nvSpPr>
        <p:spPr>
          <a:xfrm>
            <a:off x="585216" y="3091208"/>
            <a:ext cx="9144000" cy="443198"/>
          </a:xfrm>
          <a:noFill/>
        </p:spPr>
        <p:txBody>
          <a:bodyPr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479360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79DAA2-FFF6-E1D5-7BF6-E98C822B2F58}"/>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p:cNvSpPr>
            <a:spLocks noGrp="1"/>
          </p:cNvSpPr>
          <p:nvPr>
            <p:ph type="title" hasCustomPrompt="1"/>
          </p:nvPr>
        </p:nvSpPr>
        <p:spPr>
          <a:xfrm>
            <a:off x="585216" y="3088623"/>
            <a:ext cx="4772847"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4772847"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2636084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Section Title 3">
    <p:bg bwMode="gray">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756D10-0030-D9D3-52FE-13D839CE63BE}"/>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p:cNvSpPr>
            <a:spLocks noGrp="1"/>
          </p:cNvSpPr>
          <p:nvPr>
            <p:ph type="title" hasCustomPrompt="1"/>
          </p:nvPr>
        </p:nvSpPr>
        <p:spPr>
          <a:xfrm>
            <a:off x="585216" y="3091208"/>
            <a:ext cx="8542742"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368362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Demo slide 3">
    <p:bg bwMode="gray">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4A2250-4B7E-6E63-E698-996FB39D2C14}"/>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8000"/>
          </a:xfrm>
          <a:prstGeom prst="rect">
            <a:avLst/>
          </a:prstGeom>
        </p:spPr>
      </p:pic>
      <p:sp>
        <p:nvSpPr>
          <p:cNvPr id="2" name="Title 1"/>
          <p:cNvSpPr>
            <a:spLocks noGrp="1"/>
          </p:cNvSpPr>
          <p:nvPr>
            <p:ph type="title" hasCustomPrompt="1"/>
          </p:nvPr>
        </p:nvSpPr>
        <p:spPr>
          <a:xfrm>
            <a:off x="585216" y="3088623"/>
            <a:ext cx="9144000" cy="443198"/>
          </a:xfrm>
          <a:noFill/>
        </p:spPr>
        <p:txBody>
          <a:bodyPr lIns="0" tIns="0" rIns="0" bIns="0" anchor="b" anchorCtr="0">
            <a:spAutoFit/>
          </a:bodyPr>
          <a:lstStyle>
            <a:lvl1pPr algn="l" defTabSz="932742" rtl="0" eaLnBrk="1" latinLnBrk="0" hangingPunct="1">
              <a:lnSpc>
                <a:spcPct val="90000"/>
              </a:lnSpc>
              <a:spcBef>
                <a:spcPct val="0"/>
              </a:spcBef>
              <a:buNone/>
              <a:defRPr lang="en-US" sz="3200" b="0" kern="1200" cap="none" spc="-50" baseline="0" dirty="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solidFill>
                  <a:schemeClr val="bg1"/>
                </a:solidFill>
                <a:latin typeface="+mn-lt"/>
              </a:defRPr>
            </a:lvl1pPr>
          </a:lstStyle>
          <a:p>
            <a:pPr lvl="0"/>
            <a:r>
              <a:rPr lang="en-US"/>
              <a:t>Speaker name</a:t>
            </a:r>
          </a:p>
        </p:txBody>
      </p:sp>
    </p:spTree>
    <p:extLst>
      <p:ext uri="{BB962C8B-B14F-4D97-AF65-F5344CB8AC3E}">
        <p14:creationId xmlns:p14="http://schemas.microsoft.com/office/powerpoint/2010/main" val="4393121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4378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6543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tx2"/>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6" name="Title 1">
            <a:extLst>
              <a:ext uri="{FF2B5EF4-FFF2-40B4-BE49-F238E27FC236}">
                <a16:creationId xmlns:a16="http://schemas.microsoft.com/office/drawing/2014/main" id="{08079CCE-8626-53E5-1C9C-E9081D2B67CD}"/>
              </a:ext>
            </a:extLst>
          </p:cNvPr>
          <p:cNvSpPr>
            <a:spLocks noGrp="1"/>
          </p:cNvSpPr>
          <p:nvPr>
            <p:ph type="title"/>
          </p:nvPr>
        </p:nvSpPr>
        <p:spPr>
          <a:xfrm>
            <a:off x="4255769" y="1769814"/>
            <a:ext cx="5504688" cy="307777"/>
          </a:xfrm>
        </p:spPr>
        <p:txBody>
          <a:bodyPr/>
          <a:lstStyle>
            <a:lvl1pPr marL="0" algn="l" defTabSz="457200" rtl="0" eaLnBrk="1" latinLnBrk="0" hangingPunct="1">
              <a:lnSpc>
                <a:spcPct val="100000"/>
              </a:lnSpc>
              <a:spcBef>
                <a:spcPct val="0"/>
              </a:spcBef>
              <a:buNone/>
              <a:defRPr lang="en-US" sz="2000" b="0" kern="1200" cap="none" spc="-50" baseline="0" dirty="0">
                <a:ln w="3175">
                  <a:noFill/>
                </a:ln>
                <a:solidFill>
                  <a:schemeClr val="bg1"/>
                </a:solidFill>
                <a:effectLst/>
                <a:latin typeface="+mn-lt"/>
                <a:ea typeface="+mn-ea"/>
                <a:cs typeface="Segoe UI" panose="020B0502040204020203" pitchFamily="34" charset="0"/>
              </a:defRPr>
            </a:lvl1pPr>
          </a:lstStyle>
          <a:p>
            <a:r>
              <a:rPr lang="en-US"/>
              <a:t>Click to edit Master title style</a:t>
            </a:r>
          </a:p>
        </p:txBody>
      </p:sp>
      <p:sp>
        <p:nvSpPr>
          <p:cNvPr id="7" name="Text Placeholder 4">
            <a:extLst>
              <a:ext uri="{FF2B5EF4-FFF2-40B4-BE49-F238E27FC236}">
                <a16:creationId xmlns:a16="http://schemas.microsoft.com/office/drawing/2014/main" id="{8845B3A2-DAC2-0B7B-1866-377A5A244AC2}"/>
              </a:ext>
            </a:extLst>
          </p:cNvPr>
          <p:cNvSpPr>
            <a:spLocks noGrp="1"/>
          </p:cNvSpPr>
          <p:nvPr>
            <p:ph type="body" sz="quarter" idx="12" hasCustomPrompt="1"/>
          </p:nvPr>
        </p:nvSpPr>
        <p:spPr>
          <a:xfrm>
            <a:off x="585216" y="1572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1"/>
                </a:solidFill>
                <a:effectLst/>
                <a:latin typeface="+mj-lt"/>
                <a:ea typeface="+mn-ea"/>
                <a:cs typeface="Segoe UI" panose="020B0502040204020203" pitchFamily="34" charset="0"/>
              </a:defRPr>
            </a:lvl1pPr>
          </a:lstStyle>
          <a:p>
            <a:pPr lvl="0"/>
            <a:r>
              <a:rPr lang="en-US"/>
              <a:t>Thank you.</a:t>
            </a:r>
          </a:p>
        </p:txBody>
      </p:sp>
    </p:spTree>
    <p:extLst>
      <p:ext uri="{BB962C8B-B14F-4D97-AF65-F5344CB8AC3E}">
        <p14:creationId xmlns:p14="http://schemas.microsoft.com/office/powerpoint/2010/main" val="89739085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orient="horz" pos="1272">
          <p15:clr>
            <a:srgbClr val="FBAE40"/>
          </p15:clr>
        </p15:guide>
        <p15:guide id="3" orient="horz" pos="912">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Closing logo slide 2">
    <p:bg>
      <p:bgPr>
        <a:solidFill>
          <a:schemeClr val="tx2"/>
        </a:solidFill>
        <a:effectLst/>
      </p:bgPr>
    </p:bg>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4F0F127D-8512-846C-2C30-5A85666BF445}"/>
              </a:ext>
            </a:extLst>
          </p:cNvPr>
          <p:cNvSpPr>
            <a:spLocks noGrp="1"/>
          </p:cNvSpPr>
          <p:nvPr>
            <p:ph type="body" sz="quarter" idx="12" hasCustomPrompt="1"/>
          </p:nvPr>
        </p:nvSpPr>
        <p:spPr>
          <a:xfrm>
            <a:off x="6090921" y="4612614"/>
            <a:ext cx="5524500" cy="553998"/>
          </a:xfrm>
          <a:noFill/>
        </p:spPr>
        <p:txBody>
          <a:bodyPr wrap="square" lIns="0" tIns="0" rIns="0" bIns="0">
            <a:spAutoFit/>
          </a:bodyPr>
          <a:lstStyle>
            <a:lvl1pPr marL="0" indent="0" algn="r" defTabSz="457200" rtl="0" eaLnBrk="1" latinLnBrk="0" hangingPunct="1">
              <a:lnSpc>
                <a:spcPct val="100000"/>
              </a:lnSpc>
              <a:spcBef>
                <a:spcPct val="0"/>
              </a:spcBef>
              <a:spcAft>
                <a:spcPts val="0"/>
              </a:spcAft>
              <a:buFont typeface="Arial" panose="020B0604020202020204" pitchFamily="34" charset="0"/>
              <a:buNone/>
              <a:defRPr lang="en-US" sz="3600" b="0" kern="1200" cap="none" spc="-50" baseline="0" dirty="0">
                <a:ln w="3175">
                  <a:noFill/>
                </a:ln>
                <a:solidFill>
                  <a:schemeClr val="accent1"/>
                </a:solidFill>
                <a:effectLst/>
                <a:latin typeface="+mj-lt"/>
                <a:ea typeface="+mn-ea"/>
                <a:cs typeface="Segoe UI" panose="020B0502040204020203" pitchFamily="34" charset="0"/>
              </a:defRPr>
            </a:lvl1pPr>
          </a:lstStyle>
          <a:p>
            <a:pPr lvl="0"/>
            <a:r>
              <a:rPr lang="en-US"/>
              <a:t>Thank you.</a:t>
            </a:r>
          </a:p>
        </p:txBody>
      </p:sp>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7A38A2C9-D8C3-D252-BC8C-25222F314054}"/>
              </a:ext>
            </a:extLst>
          </p:cNvPr>
          <p:cNvSpPr>
            <a:spLocks noGrp="1"/>
          </p:cNvSpPr>
          <p:nvPr>
            <p:ph type="title"/>
          </p:nvPr>
        </p:nvSpPr>
        <p:spPr>
          <a:xfrm>
            <a:off x="588263" y="1766555"/>
            <a:ext cx="5502658" cy="307777"/>
          </a:xfrm>
        </p:spPr>
        <p:txBody>
          <a:bodyPr/>
          <a:lstStyle>
            <a:lvl1pPr marL="0" algn="l" defTabSz="457200" rtl="0" eaLnBrk="1" latinLnBrk="0" hangingPunct="1">
              <a:lnSpc>
                <a:spcPct val="100000"/>
              </a:lnSpc>
              <a:spcBef>
                <a:spcPct val="0"/>
              </a:spcBef>
              <a:buNone/>
              <a:defRPr lang="en-US" sz="2000" b="0" kern="1200" cap="none" spc="-50" baseline="0" dirty="0">
                <a:ln w="3175">
                  <a:noFill/>
                </a:ln>
                <a:solidFill>
                  <a:schemeClr val="bg1"/>
                </a:solidFill>
                <a:effectLst/>
                <a:latin typeface="+mn-lt"/>
                <a:ea typeface="+mn-ea"/>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54277555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orient="horz" pos="912">
          <p15:clr>
            <a:srgbClr val="FBAE40"/>
          </p15:clr>
        </p15:guide>
        <p15:guide id="3" orient="horz" pos="1272">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Closing logo slide 3">
    <p:bg>
      <p:bgPr>
        <a:solidFill>
          <a:schemeClr val="tx2"/>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4F8C85E6-DBED-FCF3-8B7D-1F82C6DBBCB7}"/>
              </a:ext>
            </a:extLst>
          </p:cNvPr>
          <p:cNvSpPr>
            <a:spLocks noGrp="1"/>
          </p:cNvSpPr>
          <p:nvPr>
            <p:ph type="title"/>
          </p:nvPr>
        </p:nvSpPr>
        <p:spPr>
          <a:xfrm>
            <a:off x="588263" y="1845276"/>
            <a:ext cx="11018520" cy="553998"/>
          </a:xfrm>
        </p:spPr>
        <p:txBody>
          <a:bodyPr/>
          <a:lstStyle>
            <a:lvl1pPr marL="0" algn="l" defTabSz="457200" rtl="0" eaLnBrk="1" latinLnBrk="0" hangingPunct="1">
              <a:defRPr lang="en-US" sz="3600" b="1" kern="1200" dirty="0">
                <a:gradFill>
                  <a:gsLst>
                    <a:gs pos="0">
                      <a:srgbClr val="FF5C39"/>
                    </a:gs>
                    <a:gs pos="100000">
                      <a:srgbClr val="C73ECC"/>
                    </a:gs>
                  </a:gsLst>
                  <a:lin ang="3900000" scaled="0"/>
                </a:gradFill>
                <a:latin typeface="Segoe UI" panose="020B0502040204020203" pitchFamily="34" charset="0"/>
                <a:ea typeface="+mn-ea"/>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1814380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1286506"/>
          </a:xfrm>
        </p:spPr>
        <p:txBody>
          <a:bodyPr>
            <a:spAutoFit/>
          </a:bodyPr>
          <a:lstStyle>
            <a:lvl1pPr>
              <a:defRPr sz="2000">
                <a:latin typeface="+mn-lt"/>
              </a:defRPr>
            </a:lvl1pPr>
            <a:lvl2pPr>
              <a:defRPr sz="1600">
                <a:latin typeface="+mn-lt"/>
              </a:defRPr>
            </a:lvl2pPr>
            <a:lvl3pPr>
              <a:defRPr sz="1400">
                <a:latin typeface="+mn-lt"/>
              </a:defRPr>
            </a:lvl3pPr>
            <a:lvl4pPr>
              <a:defRPr sz="1200">
                <a:latin typeface="+mn-lt"/>
              </a:defRPr>
            </a:lvl4pPr>
            <a:lvl5pPr>
              <a:defRPr sz="11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90740126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50" Type="http://schemas.openxmlformats.org/officeDocument/2006/relationships/theme" Target="../theme/theme2.xml"/><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slideLayout" Target="../slideLayouts/slideLayout100.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8" Type="http://schemas.openxmlformats.org/officeDocument/2006/relationships/slideLayout" Target="../slideLayouts/slideLayout59.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1" Type="http://schemas.openxmlformats.org/officeDocument/2006/relationships/slideLayout" Target="../slideLayouts/slideLayout52.xml"/><Relationship Id="rId6" Type="http://schemas.openxmlformats.org/officeDocument/2006/relationships/slideLayout" Target="../slideLayouts/slideLayout5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26.xml"/><Relationship Id="rId21" Type="http://schemas.openxmlformats.org/officeDocument/2006/relationships/slideLayout" Target="../slideLayouts/slideLayout121.xml"/><Relationship Id="rId42" Type="http://schemas.openxmlformats.org/officeDocument/2006/relationships/slideLayout" Target="../slideLayouts/slideLayout142.xml"/><Relationship Id="rId47" Type="http://schemas.openxmlformats.org/officeDocument/2006/relationships/slideLayout" Target="../slideLayouts/slideLayout147.xml"/><Relationship Id="rId63" Type="http://schemas.openxmlformats.org/officeDocument/2006/relationships/slideLayout" Target="../slideLayouts/slideLayout163.xml"/><Relationship Id="rId68" Type="http://schemas.openxmlformats.org/officeDocument/2006/relationships/slideLayout" Target="../slideLayouts/slideLayout168.xml"/><Relationship Id="rId84" Type="http://schemas.openxmlformats.org/officeDocument/2006/relationships/slideLayout" Target="../slideLayouts/slideLayout184.xml"/><Relationship Id="rId16" Type="http://schemas.openxmlformats.org/officeDocument/2006/relationships/slideLayout" Target="../slideLayouts/slideLayout116.xml"/><Relationship Id="rId11" Type="http://schemas.openxmlformats.org/officeDocument/2006/relationships/slideLayout" Target="../slideLayouts/slideLayout111.xml"/><Relationship Id="rId32" Type="http://schemas.openxmlformats.org/officeDocument/2006/relationships/slideLayout" Target="../slideLayouts/slideLayout132.xml"/><Relationship Id="rId37" Type="http://schemas.openxmlformats.org/officeDocument/2006/relationships/slideLayout" Target="../slideLayouts/slideLayout137.xml"/><Relationship Id="rId53" Type="http://schemas.openxmlformats.org/officeDocument/2006/relationships/slideLayout" Target="../slideLayouts/slideLayout153.xml"/><Relationship Id="rId58" Type="http://schemas.openxmlformats.org/officeDocument/2006/relationships/slideLayout" Target="../slideLayouts/slideLayout158.xml"/><Relationship Id="rId74" Type="http://schemas.openxmlformats.org/officeDocument/2006/relationships/slideLayout" Target="../slideLayouts/slideLayout174.xml"/><Relationship Id="rId79" Type="http://schemas.openxmlformats.org/officeDocument/2006/relationships/slideLayout" Target="../slideLayouts/slideLayout179.xml"/><Relationship Id="rId5" Type="http://schemas.openxmlformats.org/officeDocument/2006/relationships/slideLayout" Target="../slideLayouts/slideLayout105.xml"/><Relationship Id="rId19" Type="http://schemas.openxmlformats.org/officeDocument/2006/relationships/slideLayout" Target="../slideLayouts/slideLayout119.xml"/><Relationship Id="rId14" Type="http://schemas.openxmlformats.org/officeDocument/2006/relationships/slideLayout" Target="../slideLayouts/slideLayout114.xml"/><Relationship Id="rId22" Type="http://schemas.openxmlformats.org/officeDocument/2006/relationships/slideLayout" Target="../slideLayouts/slideLayout122.xml"/><Relationship Id="rId27" Type="http://schemas.openxmlformats.org/officeDocument/2006/relationships/slideLayout" Target="../slideLayouts/slideLayout127.xml"/><Relationship Id="rId30" Type="http://schemas.openxmlformats.org/officeDocument/2006/relationships/slideLayout" Target="../slideLayouts/slideLayout130.xml"/><Relationship Id="rId35" Type="http://schemas.openxmlformats.org/officeDocument/2006/relationships/slideLayout" Target="../slideLayouts/slideLayout135.xml"/><Relationship Id="rId43" Type="http://schemas.openxmlformats.org/officeDocument/2006/relationships/slideLayout" Target="../slideLayouts/slideLayout143.xml"/><Relationship Id="rId48" Type="http://schemas.openxmlformats.org/officeDocument/2006/relationships/slideLayout" Target="../slideLayouts/slideLayout148.xml"/><Relationship Id="rId56" Type="http://schemas.openxmlformats.org/officeDocument/2006/relationships/slideLayout" Target="../slideLayouts/slideLayout156.xml"/><Relationship Id="rId64" Type="http://schemas.openxmlformats.org/officeDocument/2006/relationships/slideLayout" Target="../slideLayouts/slideLayout164.xml"/><Relationship Id="rId69" Type="http://schemas.openxmlformats.org/officeDocument/2006/relationships/slideLayout" Target="../slideLayouts/slideLayout169.xml"/><Relationship Id="rId77" Type="http://schemas.openxmlformats.org/officeDocument/2006/relationships/slideLayout" Target="../slideLayouts/slideLayout177.xml"/><Relationship Id="rId8" Type="http://schemas.openxmlformats.org/officeDocument/2006/relationships/slideLayout" Target="../slideLayouts/slideLayout108.xml"/><Relationship Id="rId51" Type="http://schemas.openxmlformats.org/officeDocument/2006/relationships/slideLayout" Target="../slideLayouts/slideLayout151.xml"/><Relationship Id="rId72" Type="http://schemas.openxmlformats.org/officeDocument/2006/relationships/slideLayout" Target="../slideLayouts/slideLayout172.xml"/><Relationship Id="rId80" Type="http://schemas.openxmlformats.org/officeDocument/2006/relationships/slideLayout" Target="../slideLayouts/slideLayout180.xml"/><Relationship Id="rId85" Type="http://schemas.openxmlformats.org/officeDocument/2006/relationships/theme" Target="../theme/theme3.xml"/><Relationship Id="rId3" Type="http://schemas.openxmlformats.org/officeDocument/2006/relationships/slideLayout" Target="../slideLayouts/slideLayout103.xml"/><Relationship Id="rId12" Type="http://schemas.openxmlformats.org/officeDocument/2006/relationships/slideLayout" Target="../slideLayouts/slideLayout112.xml"/><Relationship Id="rId17" Type="http://schemas.openxmlformats.org/officeDocument/2006/relationships/slideLayout" Target="../slideLayouts/slideLayout117.xml"/><Relationship Id="rId25" Type="http://schemas.openxmlformats.org/officeDocument/2006/relationships/slideLayout" Target="../slideLayouts/slideLayout125.xml"/><Relationship Id="rId33" Type="http://schemas.openxmlformats.org/officeDocument/2006/relationships/slideLayout" Target="../slideLayouts/slideLayout133.xml"/><Relationship Id="rId38" Type="http://schemas.openxmlformats.org/officeDocument/2006/relationships/slideLayout" Target="../slideLayouts/slideLayout138.xml"/><Relationship Id="rId46" Type="http://schemas.openxmlformats.org/officeDocument/2006/relationships/slideLayout" Target="../slideLayouts/slideLayout146.xml"/><Relationship Id="rId59" Type="http://schemas.openxmlformats.org/officeDocument/2006/relationships/slideLayout" Target="../slideLayouts/slideLayout159.xml"/><Relationship Id="rId67" Type="http://schemas.openxmlformats.org/officeDocument/2006/relationships/slideLayout" Target="../slideLayouts/slideLayout167.xml"/><Relationship Id="rId20" Type="http://schemas.openxmlformats.org/officeDocument/2006/relationships/slideLayout" Target="../slideLayouts/slideLayout120.xml"/><Relationship Id="rId41" Type="http://schemas.openxmlformats.org/officeDocument/2006/relationships/slideLayout" Target="../slideLayouts/slideLayout141.xml"/><Relationship Id="rId54" Type="http://schemas.openxmlformats.org/officeDocument/2006/relationships/slideLayout" Target="../slideLayouts/slideLayout154.xml"/><Relationship Id="rId62" Type="http://schemas.openxmlformats.org/officeDocument/2006/relationships/slideLayout" Target="../slideLayouts/slideLayout162.xml"/><Relationship Id="rId70" Type="http://schemas.openxmlformats.org/officeDocument/2006/relationships/slideLayout" Target="../slideLayouts/slideLayout170.xml"/><Relationship Id="rId75" Type="http://schemas.openxmlformats.org/officeDocument/2006/relationships/slideLayout" Target="../slideLayouts/slideLayout175.xml"/><Relationship Id="rId83" Type="http://schemas.openxmlformats.org/officeDocument/2006/relationships/slideLayout" Target="../slideLayouts/slideLayout183.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5" Type="http://schemas.openxmlformats.org/officeDocument/2006/relationships/slideLayout" Target="../slideLayouts/slideLayout115.xml"/><Relationship Id="rId23" Type="http://schemas.openxmlformats.org/officeDocument/2006/relationships/slideLayout" Target="../slideLayouts/slideLayout123.xml"/><Relationship Id="rId28" Type="http://schemas.openxmlformats.org/officeDocument/2006/relationships/slideLayout" Target="../slideLayouts/slideLayout128.xml"/><Relationship Id="rId36" Type="http://schemas.openxmlformats.org/officeDocument/2006/relationships/slideLayout" Target="../slideLayouts/slideLayout136.xml"/><Relationship Id="rId49" Type="http://schemas.openxmlformats.org/officeDocument/2006/relationships/slideLayout" Target="../slideLayouts/slideLayout149.xml"/><Relationship Id="rId57" Type="http://schemas.openxmlformats.org/officeDocument/2006/relationships/slideLayout" Target="../slideLayouts/slideLayout157.xml"/><Relationship Id="rId10" Type="http://schemas.openxmlformats.org/officeDocument/2006/relationships/slideLayout" Target="../slideLayouts/slideLayout110.xml"/><Relationship Id="rId31" Type="http://schemas.openxmlformats.org/officeDocument/2006/relationships/slideLayout" Target="../slideLayouts/slideLayout131.xml"/><Relationship Id="rId44" Type="http://schemas.openxmlformats.org/officeDocument/2006/relationships/slideLayout" Target="../slideLayouts/slideLayout144.xml"/><Relationship Id="rId52" Type="http://schemas.openxmlformats.org/officeDocument/2006/relationships/slideLayout" Target="../slideLayouts/slideLayout152.xml"/><Relationship Id="rId60" Type="http://schemas.openxmlformats.org/officeDocument/2006/relationships/slideLayout" Target="../slideLayouts/slideLayout160.xml"/><Relationship Id="rId65" Type="http://schemas.openxmlformats.org/officeDocument/2006/relationships/slideLayout" Target="../slideLayouts/slideLayout165.xml"/><Relationship Id="rId73" Type="http://schemas.openxmlformats.org/officeDocument/2006/relationships/slideLayout" Target="../slideLayouts/slideLayout173.xml"/><Relationship Id="rId78" Type="http://schemas.openxmlformats.org/officeDocument/2006/relationships/slideLayout" Target="../slideLayouts/slideLayout178.xml"/><Relationship Id="rId81" Type="http://schemas.openxmlformats.org/officeDocument/2006/relationships/slideLayout" Target="../slideLayouts/slideLayout181.xml"/><Relationship Id="rId4" Type="http://schemas.openxmlformats.org/officeDocument/2006/relationships/slideLayout" Target="../slideLayouts/slideLayout104.xml"/><Relationship Id="rId9" Type="http://schemas.openxmlformats.org/officeDocument/2006/relationships/slideLayout" Target="../slideLayouts/slideLayout109.xml"/><Relationship Id="rId13" Type="http://schemas.openxmlformats.org/officeDocument/2006/relationships/slideLayout" Target="../slideLayouts/slideLayout113.xml"/><Relationship Id="rId18" Type="http://schemas.openxmlformats.org/officeDocument/2006/relationships/slideLayout" Target="../slideLayouts/slideLayout118.xml"/><Relationship Id="rId39" Type="http://schemas.openxmlformats.org/officeDocument/2006/relationships/slideLayout" Target="../slideLayouts/slideLayout139.xml"/><Relationship Id="rId34" Type="http://schemas.openxmlformats.org/officeDocument/2006/relationships/slideLayout" Target="../slideLayouts/slideLayout134.xml"/><Relationship Id="rId50" Type="http://schemas.openxmlformats.org/officeDocument/2006/relationships/slideLayout" Target="../slideLayouts/slideLayout150.xml"/><Relationship Id="rId55" Type="http://schemas.openxmlformats.org/officeDocument/2006/relationships/slideLayout" Target="../slideLayouts/slideLayout155.xml"/><Relationship Id="rId76" Type="http://schemas.openxmlformats.org/officeDocument/2006/relationships/slideLayout" Target="../slideLayouts/slideLayout176.xml"/><Relationship Id="rId7" Type="http://schemas.openxmlformats.org/officeDocument/2006/relationships/slideLayout" Target="../slideLayouts/slideLayout107.xml"/><Relationship Id="rId71" Type="http://schemas.openxmlformats.org/officeDocument/2006/relationships/slideLayout" Target="../slideLayouts/slideLayout171.xml"/><Relationship Id="rId2" Type="http://schemas.openxmlformats.org/officeDocument/2006/relationships/slideLayout" Target="../slideLayouts/slideLayout102.xml"/><Relationship Id="rId29" Type="http://schemas.openxmlformats.org/officeDocument/2006/relationships/slideLayout" Target="../slideLayouts/slideLayout129.xml"/><Relationship Id="rId24" Type="http://schemas.openxmlformats.org/officeDocument/2006/relationships/slideLayout" Target="../slideLayouts/slideLayout124.xml"/><Relationship Id="rId40" Type="http://schemas.openxmlformats.org/officeDocument/2006/relationships/slideLayout" Target="../slideLayouts/slideLayout140.xml"/><Relationship Id="rId45" Type="http://schemas.openxmlformats.org/officeDocument/2006/relationships/slideLayout" Target="../slideLayouts/slideLayout145.xml"/><Relationship Id="rId66" Type="http://schemas.openxmlformats.org/officeDocument/2006/relationships/slideLayout" Target="../slideLayouts/slideLayout166.xml"/><Relationship Id="rId61" Type="http://schemas.openxmlformats.org/officeDocument/2006/relationships/slideLayout" Target="../slideLayouts/slideLayout161.xml"/><Relationship Id="rId82" Type="http://schemas.openxmlformats.org/officeDocument/2006/relationships/slideLayout" Target="../slideLayouts/slideLayout1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30" r:id="rId1"/>
    <p:sldLayoutId id="2147484884" r:id="rId2"/>
    <p:sldLayoutId id="2147484845" r:id="rId3"/>
    <p:sldLayoutId id="2147484870" r:id="rId4"/>
    <p:sldLayoutId id="2147484872" r:id="rId5"/>
    <p:sldLayoutId id="2147484867" r:id="rId6"/>
    <p:sldLayoutId id="2147484839" r:id="rId7"/>
    <p:sldLayoutId id="2147484742" r:id="rId8"/>
    <p:sldLayoutId id="2147484910" r:id="rId9"/>
    <p:sldLayoutId id="2147484817" r:id="rId10"/>
    <p:sldLayoutId id="2147484741" r:id="rId11"/>
    <p:sldLayoutId id="2147484807" r:id="rId12"/>
    <p:sldLayoutId id="2147484753" r:id="rId13"/>
    <p:sldLayoutId id="2147484808" r:id="rId14"/>
    <p:sldLayoutId id="2147484912" r:id="rId15"/>
    <p:sldLayoutId id="2147484914" r:id="rId16"/>
    <p:sldLayoutId id="2147484917" r:id="rId17"/>
    <p:sldLayoutId id="2147484915" r:id="rId18"/>
    <p:sldLayoutId id="2147484873" r:id="rId19"/>
    <p:sldLayoutId id="2147484886" r:id="rId20"/>
    <p:sldLayoutId id="2147484885" r:id="rId21"/>
    <p:sldLayoutId id="2147484874" r:id="rId22"/>
    <p:sldLayoutId id="2147484898" r:id="rId23"/>
    <p:sldLayoutId id="2147484745" r:id="rId24"/>
    <p:sldLayoutId id="2147484743" r:id="rId25"/>
    <p:sldLayoutId id="2147484827" r:id="rId26"/>
    <p:sldLayoutId id="2147484828" r:id="rId27"/>
    <p:sldLayoutId id="2147484829" r:id="rId28"/>
    <p:sldLayoutId id="2147484749" r:id="rId29"/>
    <p:sldLayoutId id="2147484875" r:id="rId30"/>
    <p:sldLayoutId id="2147484840" r:id="rId31"/>
    <p:sldLayoutId id="2147484887" r:id="rId32"/>
    <p:sldLayoutId id="2147484909" r:id="rId33"/>
    <p:sldLayoutId id="2147484907" r:id="rId34"/>
    <p:sldLayoutId id="2147484911" r:id="rId35"/>
    <p:sldLayoutId id="2147484899" r:id="rId36"/>
    <p:sldLayoutId id="2147484903" r:id="rId37"/>
    <p:sldLayoutId id="2147484905" r:id="rId38"/>
    <p:sldLayoutId id="2147484900" r:id="rId39"/>
    <p:sldLayoutId id="2147484906" r:id="rId40"/>
    <p:sldLayoutId id="2147484821" r:id="rId41"/>
    <p:sldLayoutId id="2147484728" r:id="rId42"/>
    <p:sldLayoutId id="2147484859" r:id="rId43"/>
    <p:sldLayoutId id="2147484889" r:id="rId44"/>
    <p:sldLayoutId id="2147484894" r:id="rId45"/>
    <p:sldLayoutId id="2147484895" r:id="rId46"/>
    <p:sldLayoutId id="2147484916" r:id="rId47"/>
    <p:sldLayoutId id="2147484918" r:id="rId48"/>
    <p:sldLayoutId id="2147484919" r:id="rId49"/>
    <p:sldLayoutId id="2147484920" r:id="rId50"/>
    <p:sldLayoutId id="2147484921" r:id="rId51"/>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5A5A5"/>
          </p15:clr>
        </p15:guide>
        <p15:guide id="2" pos="7680" userDrawn="1">
          <p15:clr>
            <a:srgbClr val="A5A5A5"/>
          </p15:clr>
        </p15:guide>
        <p15:guide id="3" pos="186" userDrawn="1">
          <p15:clr>
            <a:srgbClr val="A5A5A5"/>
          </p15:clr>
        </p15:guide>
        <p15:guide id="26" pos="7496" userDrawn="1">
          <p15:clr>
            <a:srgbClr val="A5A5A5"/>
          </p15:clr>
        </p15:guide>
        <p15:guide id="27" orient="horz" userDrawn="1">
          <p15:clr>
            <a:srgbClr val="A5A5A5"/>
          </p15:clr>
        </p15:guide>
        <p15:guide id="28" orient="horz" pos="4320" userDrawn="1">
          <p15:clr>
            <a:srgbClr val="A5A5A5"/>
          </p15:clr>
        </p15:guide>
        <p15:guide id="29" orient="horz" pos="184" userDrawn="1">
          <p15:clr>
            <a:srgbClr val="A5A5A5"/>
          </p15:clr>
        </p15:guide>
        <p15:guide id="40" orient="horz" pos="4134" userDrawn="1">
          <p15:clr>
            <a:srgbClr val="A5A5A5"/>
          </p15:clr>
        </p15:guide>
        <p15:guide id="42" pos="365" userDrawn="1">
          <p15:clr>
            <a:srgbClr val="C35EA4"/>
          </p15:clr>
        </p15:guide>
        <p15:guide id="43" orient="horz" pos="367" userDrawn="1">
          <p15:clr>
            <a:srgbClr val="C35EA4"/>
          </p15:clr>
        </p15:guide>
        <p15:guide id="44" orient="horz" pos="3953" userDrawn="1">
          <p15:clr>
            <a:srgbClr val="C35EA4"/>
          </p15:clr>
        </p15:guide>
        <p15:guide id="45" pos="7307"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5" r:id="rId22"/>
    <p:sldLayoutId id="2147484946" r:id="rId23"/>
    <p:sldLayoutId id="2147484947" r:id="rId24"/>
    <p:sldLayoutId id="2147484948" r:id="rId25"/>
    <p:sldLayoutId id="2147484949" r:id="rId26"/>
    <p:sldLayoutId id="2147484950" r:id="rId27"/>
    <p:sldLayoutId id="2147484951" r:id="rId28"/>
    <p:sldLayoutId id="2147484952" r:id="rId29"/>
    <p:sldLayoutId id="2147484953" r:id="rId30"/>
    <p:sldLayoutId id="2147484954" r:id="rId31"/>
    <p:sldLayoutId id="2147484955" r:id="rId32"/>
    <p:sldLayoutId id="2147484956" r:id="rId33"/>
    <p:sldLayoutId id="2147484957" r:id="rId34"/>
    <p:sldLayoutId id="2147484958" r:id="rId35"/>
    <p:sldLayoutId id="2147484959" r:id="rId36"/>
    <p:sldLayoutId id="2147484960" r:id="rId37"/>
    <p:sldLayoutId id="2147484961" r:id="rId38"/>
    <p:sldLayoutId id="2147484962" r:id="rId39"/>
    <p:sldLayoutId id="2147484963" r:id="rId40"/>
    <p:sldLayoutId id="2147484964" r:id="rId41"/>
    <p:sldLayoutId id="2147484965" r:id="rId42"/>
    <p:sldLayoutId id="2147484966" r:id="rId43"/>
    <p:sldLayoutId id="2147484967" r:id="rId44"/>
    <p:sldLayoutId id="2147484968" r:id="rId45"/>
    <p:sldLayoutId id="2147484969" r:id="rId46"/>
    <p:sldLayoutId id="2147484970" r:id="rId47"/>
    <p:sldLayoutId id="2147484971" r:id="rId48"/>
    <p:sldLayoutId id="2147484972" r:id="rId49"/>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dirty="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4F3F5"/>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marL="228600" marR="0" lvl="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Click to edit Master text styles</a:t>
            </a:r>
          </a:p>
          <a:p>
            <a:pPr marL="228600" marR="0" lvl="1"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Second level</a:t>
            </a:r>
          </a:p>
          <a:p>
            <a:pPr marL="228600" marR="0" lvl="2"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Third level</a:t>
            </a:r>
          </a:p>
          <a:p>
            <a:pPr marL="228600" marR="0" lvl="3"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Fourth level</a:t>
            </a:r>
          </a:p>
          <a:p>
            <a:pPr marL="228600" marR="0" lvl="4"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pPr>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nvGrpSpPr>
          <p:cNvPr id="258" name="Group 257">
            <a:extLst>
              <a:ext uri="{FF2B5EF4-FFF2-40B4-BE49-F238E27FC236}">
                <a16:creationId xmlns:a16="http://schemas.microsoft.com/office/drawing/2014/main" id="{566C3ED6-7167-1619-C333-B86D0D162316}"/>
              </a:ext>
            </a:extLst>
          </p:cNvPr>
          <p:cNvGrpSpPr>
            <a:grpSpLocks noChangeAspect="1"/>
          </p:cNvGrpSpPr>
          <p:nvPr userDrawn="1"/>
        </p:nvGrpSpPr>
        <p:grpSpPr bwMode="auto">
          <a:xfrm rot="5400000">
            <a:off x="10659863" y="3998558"/>
            <a:ext cx="4597400" cy="1169987"/>
            <a:chOff x="1529" y="1423"/>
            <a:chExt cx="2896" cy="737"/>
          </a:xfrm>
        </p:grpSpPr>
        <p:sp>
          <p:nvSpPr>
            <p:cNvPr id="259" name="AutoShape 3">
              <a:extLst>
                <a:ext uri="{FF2B5EF4-FFF2-40B4-BE49-F238E27FC236}">
                  <a16:creationId xmlns:a16="http://schemas.microsoft.com/office/drawing/2014/main" id="{894C58B4-3C22-9620-7C92-D65ED6617E67}"/>
                </a:ext>
              </a:extLst>
            </p:cNvPr>
            <p:cNvSpPr>
              <a:spLocks noChangeAspect="1" noChangeArrowheads="1" noTextEdit="1"/>
            </p:cNvSpPr>
            <p:nvPr/>
          </p:nvSpPr>
          <p:spPr bwMode="auto">
            <a:xfrm>
              <a:off x="1529" y="1423"/>
              <a:ext cx="2896"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Rectangle 5">
              <a:extLst>
                <a:ext uri="{FF2B5EF4-FFF2-40B4-BE49-F238E27FC236}">
                  <a16:creationId xmlns:a16="http://schemas.microsoft.com/office/drawing/2014/main" id="{B4F93CCF-3F88-5DCB-F12D-4DEBF36B9444}"/>
                </a:ext>
              </a:extLst>
            </p:cNvPr>
            <p:cNvSpPr>
              <a:spLocks noChangeArrowheads="1"/>
            </p:cNvSpPr>
            <p:nvPr/>
          </p:nvSpPr>
          <p:spPr bwMode="auto">
            <a:xfrm>
              <a:off x="2254" y="1727"/>
              <a:ext cx="707" cy="135"/>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Rectangle 6">
              <a:extLst>
                <a:ext uri="{FF2B5EF4-FFF2-40B4-BE49-F238E27FC236}">
                  <a16:creationId xmlns:a16="http://schemas.microsoft.com/office/drawing/2014/main" id="{7AC4893A-D0A3-D947-BE61-70B6DC4B9314}"/>
                </a:ext>
              </a:extLst>
            </p:cNvPr>
            <p:cNvSpPr>
              <a:spLocks noChangeArrowheads="1"/>
            </p:cNvSpPr>
            <p:nvPr/>
          </p:nvSpPr>
          <p:spPr bwMode="auto">
            <a:xfrm>
              <a:off x="2264" y="1722"/>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262" name="Rectangle 7">
              <a:extLst>
                <a:ext uri="{FF2B5EF4-FFF2-40B4-BE49-F238E27FC236}">
                  <a16:creationId xmlns:a16="http://schemas.microsoft.com/office/drawing/2014/main" id="{DE65DAC6-345A-2542-166A-D2D08E76F806}"/>
                </a:ext>
              </a:extLst>
            </p:cNvPr>
            <p:cNvSpPr>
              <a:spLocks noChangeArrowheads="1"/>
            </p:cNvSpPr>
            <p:nvPr/>
          </p:nvSpPr>
          <p:spPr bwMode="auto">
            <a:xfrm>
              <a:off x="2264" y="1800"/>
              <a:ext cx="13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F4364C</a:t>
              </a:r>
              <a:endParaRPr kumimoji="0" lang="en-US" altLang="en-US" sz="1800" b="0" i="0" u="none" strike="noStrike" cap="none" normalizeH="0" baseline="0">
                <a:ln>
                  <a:noFill/>
                </a:ln>
                <a:effectLst/>
                <a:latin typeface="Arial" panose="020B0604020202020204" pitchFamily="34" charset="0"/>
              </a:endParaRPr>
            </a:p>
          </p:txBody>
        </p:sp>
        <p:sp>
          <p:nvSpPr>
            <p:cNvPr id="263" name="Rectangle 8">
              <a:extLst>
                <a:ext uri="{FF2B5EF4-FFF2-40B4-BE49-F238E27FC236}">
                  <a16:creationId xmlns:a16="http://schemas.microsoft.com/office/drawing/2014/main" id="{1EADC519-4AB4-60A0-260A-EF7DC8229A97}"/>
                </a:ext>
              </a:extLst>
            </p:cNvPr>
            <p:cNvSpPr>
              <a:spLocks noChangeArrowheads="1"/>
            </p:cNvSpPr>
            <p:nvPr/>
          </p:nvSpPr>
          <p:spPr bwMode="auto">
            <a:xfrm>
              <a:off x="2254" y="1871"/>
              <a:ext cx="707" cy="1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Rectangle 9">
              <a:extLst>
                <a:ext uri="{FF2B5EF4-FFF2-40B4-BE49-F238E27FC236}">
                  <a16:creationId xmlns:a16="http://schemas.microsoft.com/office/drawing/2014/main" id="{B2CFF324-4BA8-188D-7395-AC042B4D6560}"/>
                </a:ext>
              </a:extLst>
            </p:cNvPr>
            <p:cNvSpPr>
              <a:spLocks noChangeArrowheads="1"/>
            </p:cNvSpPr>
            <p:nvPr/>
          </p:nvSpPr>
          <p:spPr bwMode="auto">
            <a:xfrm>
              <a:off x="2264" y="1865"/>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B3BB"/>
                  </a:solidFill>
                  <a:effectLst/>
                  <a:latin typeface="Segoe UI Black" panose="020B0A02040204020203" pitchFamily="34" charset="0"/>
                </a:rPr>
                <a:t>A</a:t>
              </a:r>
              <a:endParaRPr kumimoji="0" lang="en-US" altLang="en-US" sz="1800" b="0" i="0" u="none" strike="noStrike" cap="none" normalizeH="0" baseline="0">
                <a:ln>
                  <a:noFill/>
                </a:ln>
                <a:solidFill>
                  <a:srgbClr val="FFB3BB"/>
                </a:solidFill>
                <a:effectLst/>
                <a:latin typeface="Arial" panose="020B0604020202020204" pitchFamily="34" charset="0"/>
              </a:endParaRPr>
            </a:p>
          </p:txBody>
        </p:sp>
        <p:sp>
          <p:nvSpPr>
            <p:cNvPr id="265" name="Rectangle 10">
              <a:extLst>
                <a:ext uri="{FF2B5EF4-FFF2-40B4-BE49-F238E27FC236}">
                  <a16:creationId xmlns:a16="http://schemas.microsoft.com/office/drawing/2014/main" id="{03BDB961-C287-23C5-66DF-74F0AFDFB76B}"/>
                </a:ext>
              </a:extLst>
            </p:cNvPr>
            <p:cNvSpPr>
              <a:spLocks noChangeArrowheads="1"/>
            </p:cNvSpPr>
            <p:nvPr/>
          </p:nvSpPr>
          <p:spPr bwMode="auto">
            <a:xfrm>
              <a:off x="2329" y="1865"/>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6" name="Rectangle 11">
              <a:extLst>
                <a:ext uri="{FF2B5EF4-FFF2-40B4-BE49-F238E27FC236}">
                  <a16:creationId xmlns:a16="http://schemas.microsoft.com/office/drawing/2014/main" id="{35ADEDE9-FB7B-876E-7225-4D3AB73422EF}"/>
                </a:ext>
              </a:extLst>
            </p:cNvPr>
            <p:cNvSpPr>
              <a:spLocks noChangeArrowheads="1"/>
            </p:cNvSpPr>
            <p:nvPr/>
          </p:nvSpPr>
          <p:spPr bwMode="auto">
            <a:xfrm>
              <a:off x="2264" y="1943"/>
              <a:ext cx="13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7" name="Rectangle 12">
              <a:extLst>
                <a:ext uri="{FF2B5EF4-FFF2-40B4-BE49-F238E27FC236}">
                  <a16:creationId xmlns:a16="http://schemas.microsoft.com/office/drawing/2014/main" id="{03DA7BF6-FE99-195F-2925-BD0968D0CE23}"/>
                </a:ext>
              </a:extLst>
            </p:cNvPr>
            <p:cNvSpPr>
              <a:spLocks noChangeArrowheads="1"/>
            </p:cNvSpPr>
            <p:nvPr/>
          </p:nvSpPr>
          <p:spPr bwMode="auto">
            <a:xfrm>
              <a:off x="2254" y="1582"/>
              <a:ext cx="707" cy="136"/>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Rectangle 13">
              <a:extLst>
                <a:ext uri="{FF2B5EF4-FFF2-40B4-BE49-F238E27FC236}">
                  <a16:creationId xmlns:a16="http://schemas.microsoft.com/office/drawing/2014/main" id="{AE1CAD70-4A31-E224-8481-B797DB87F72F}"/>
                </a:ext>
              </a:extLst>
            </p:cNvPr>
            <p:cNvSpPr>
              <a:spLocks noChangeArrowheads="1"/>
            </p:cNvSpPr>
            <p:nvPr/>
          </p:nvSpPr>
          <p:spPr bwMode="auto">
            <a:xfrm>
              <a:off x="2264" y="1577"/>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262F"/>
                  </a:solidFill>
                  <a:effectLst/>
                  <a:latin typeface="Segoe UI Black" panose="020B0A02040204020203" pitchFamily="34" charset="0"/>
                </a:rPr>
                <a:t>A</a:t>
              </a:r>
              <a:endParaRPr kumimoji="0" lang="en-US" altLang="en-US" sz="1800" b="0" i="0" u="none" strike="noStrike" cap="none" normalizeH="0" baseline="0">
                <a:ln>
                  <a:noFill/>
                </a:ln>
                <a:solidFill>
                  <a:srgbClr val="73262F"/>
                </a:solidFill>
                <a:effectLst/>
                <a:latin typeface="Arial" panose="020B0604020202020204" pitchFamily="34" charset="0"/>
              </a:endParaRPr>
            </a:p>
          </p:txBody>
        </p:sp>
        <p:sp>
          <p:nvSpPr>
            <p:cNvPr id="269" name="Rectangle 14">
              <a:extLst>
                <a:ext uri="{FF2B5EF4-FFF2-40B4-BE49-F238E27FC236}">
                  <a16:creationId xmlns:a16="http://schemas.microsoft.com/office/drawing/2014/main" id="{50413BA8-271F-17E9-274D-A6681E4E35BE}"/>
                </a:ext>
              </a:extLst>
            </p:cNvPr>
            <p:cNvSpPr>
              <a:spLocks noChangeArrowheads="1"/>
            </p:cNvSpPr>
            <p:nvPr/>
          </p:nvSpPr>
          <p:spPr bwMode="auto">
            <a:xfrm>
              <a:off x="2329" y="1577"/>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0" name="Rectangle 15">
              <a:extLst>
                <a:ext uri="{FF2B5EF4-FFF2-40B4-BE49-F238E27FC236}">
                  <a16:creationId xmlns:a16="http://schemas.microsoft.com/office/drawing/2014/main" id="{5E8A55D7-5C9F-19E4-44F8-0D5ED73A059E}"/>
                </a:ext>
              </a:extLst>
            </p:cNvPr>
            <p:cNvSpPr>
              <a:spLocks noChangeArrowheads="1"/>
            </p:cNvSpPr>
            <p:nvPr/>
          </p:nvSpPr>
          <p:spPr bwMode="auto">
            <a:xfrm>
              <a:off x="2264" y="1654"/>
              <a:ext cx="13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FFB3BB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1" name="Rectangle 16">
              <a:extLst>
                <a:ext uri="{FF2B5EF4-FFF2-40B4-BE49-F238E27FC236}">
                  <a16:creationId xmlns:a16="http://schemas.microsoft.com/office/drawing/2014/main" id="{AB98BB47-C797-09CC-A9F3-51FE51653B12}"/>
                </a:ext>
              </a:extLst>
            </p:cNvPr>
            <p:cNvSpPr>
              <a:spLocks noChangeArrowheads="1"/>
            </p:cNvSpPr>
            <p:nvPr/>
          </p:nvSpPr>
          <p:spPr bwMode="auto">
            <a:xfrm>
              <a:off x="2255" y="2022"/>
              <a:ext cx="706"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Rectangle 17">
              <a:extLst>
                <a:ext uri="{FF2B5EF4-FFF2-40B4-BE49-F238E27FC236}">
                  <a16:creationId xmlns:a16="http://schemas.microsoft.com/office/drawing/2014/main" id="{C52F19C0-13E8-0692-788F-02A274A980BA}"/>
                </a:ext>
              </a:extLst>
            </p:cNvPr>
            <p:cNvSpPr>
              <a:spLocks noChangeArrowheads="1"/>
            </p:cNvSpPr>
            <p:nvPr/>
          </p:nvSpPr>
          <p:spPr bwMode="auto">
            <a:xfrm>
              <a:off x="2255" y="2022"/>
              <a:ext cx="706"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Rectangle 18">
              <a:extLst>
                <a:ext uri="{FF2B5EF4-FFF2-40B4-BE49-F238E27FC236}">
                  <a16:creationId xmlns:a16="http://schemas.microsoft.com/office/drawing/2014/main" id="{0EF8B30C-1FB6-7C73-44FC-2C39DF7549A8}"/>
                </a:ext>
              </a:extLst>
            </p:cNvPr>
            <p:cNvSpPr>
              <a:spLocks noChangeArrowheads="1"/>
            </p:cNvSpPr>
            <p:nvPr/>
          </p:nvSpPr>
          <p:spPr bwMode="auto">
            <a:xfrm>
              <a:off x="2264" y="2024"/>
              <a:ext cx="12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FFFFFF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4" name="Rectangle 50">
              <a:extLst>
                <a:ext uri="{FF2B5EF4-FFF2-40B4-BE49-F238E27FC236}">
                  <a16:creationId xmlns:a16="http://schemas.microsoft.com/office/drawing/2014/main" id="{D25297AC-6025-DA45-015A-AD5967168C02}"/>
                </a:ext>
              </a:extLst>
            </p:cNvPr>
            <p:cNvSpPr>
              <a:spLocks noChangeArrowheads="1"/>
            </p:cNvSpPr>
            <p:nvPr/>
          </p:nvSpPr>
          <p:spPr bwMode="auto">
            <a:xfrm>
              <a:off x="1533" y="1727"/>
              <a:ext cx="706" cy="135"/>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Rectangle 51">
              <a:extLst>
                <a:ext uri="{FF2B5EF4-FFF2-40B4-BE49-F238E27FC236}">
                  <a16:creationId xmlns:a16="http://schemas.microsoft.com/office/drawing/2014/main" id="{D895CA29-DE29-0BF3-3158-751FF8EC37F0}"/>
                </a:ext>
              </a:extLst>
            </p:cNvPr>
            <p:cNvSpPr>
              <a:spLocks noChangeArrowheads="1"/>
            </p:cNvSpPr>
            <p:nvPr/>
          </p:nvSpPr>
          <p:spPr bwMode="auto">
            <a:xfrm>
              <a:off x="1542" y="1722"/>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chemeClr val="bg1"/>
                  </a:solidFill>
                  <a:effectLst/>
                  <a:latin typeface="Segoe UI Black" panose="020B0A02040204020203" pitchFamily="34" charset="0"/>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276" name="Rectangle 52">
              <a:extLst>
                <a:ext uri="{FF2B5EF4-FFF2-40B4-BE49-F238E27FC236}">
                  <a16:creationId xmlns:a16="http://schemas.microsoft.com/office/drawing/2014/main" id="{7EFCFC16-4A98-86AC-7619-A114CF099F7D}"/>
                </a:ext>
              </a:extLst>
            </p:cNvPr>
            <p:cNvSpPr>
              <a:spLocks noChangeArrowheads="1"/>
            </p:cNvSpPr>
            <p:nvPr/>
          </p:nvSpPr>
          <p:spPr bwMode="auto">
            <a:xfrm>
              <a:off x="1608" y="1722"/>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7" name="Rectangle 53">
              <a:extLst>
                <a:ext uri="{FF2B5EF4-FFF2-40B4-BE49-F238E27FC236}">
                  <a16:creationId xmlns:a16="http://schemas.microsoft.com/office/drawing/2014/main" id="{B9712463-FD5D-ABC4-36B0-C830E76330F6}"/>
                </a:ext>
              </a:extLst>
            </p:cNvPr>
            <p:cNvSpPr>
              <a:spLocks noChangeArrowheads="1"/>
            </p:cNvSpPr>
            <p:nvPr/>
          </p:nvSpPr>
          <p:spPr bwMode="auto">
            <a:xfrm>
              <a:off x="1542" y="1800"/>
              <a:ext cx="13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FF5C39</a:t>
              </a:r>
              <a:endParaRPr kumimoji="0" lang="en-US" altLang="en-US" sz="1800" b="0" i="0" u="none" strike="noStrike" cap="none" normalizeH="0" baseline="0">
                <a:ln>
                  <a:noFill/>
                </a:ln>
                <a:effectLst/>
                <a:latin typeface="Arial" panose="020B0604020202020204" pitchFamily="34" charset="0"/>
              </a:endParaRPr>
            </a:p>
          </p:txBody>
        </p:sp>
        <p:sp>
          <p:nvSpPr>
            <p:cNvPr id="278" name="Rectangle 54">
              <a:extLst>
                <a:ext uri="{FF2B5EF4-FFF2-40B4-BE49-F238E27FC236}">
                  <a16:creationId xmlns:a16="http://schemas.microsoft.com/office/drawing/2014/main" id="{8ACAB4E1-6417-0C0C-9E12-B1E8EEA4613E}"/>
                </a:ext>
              </a:extLst>
            </p:cNvPr>
            <p:cNvSpPr>
              <a:spLocks noChangeArrowheads="1"/>
            </p:cNvSpPr>
            <p:nvPr/>
          </p:nvSpPr>
          <p:spPr bwMode="auto">
            <a:xfrm>
              <a:off x="1533" y="1871"/>
              <a:ext cx="706" cy="1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Rectangle 55">
              <a:extLst>
                <a:ext uri="{FF2B5EF4-FFF2-40B4-BE49-F238E27FC236}">
                  <a16:creationId xmlns:a16="http://schemas.microsoft.com/office/drawing/2014/main" id="{7E6BE592-BF8C-8CF1-0798-04DA17C036E6}"/>
                </a:ext>
              </a:extLst>
            </p:cNvPr>
            <p:cNvSpPr>
              <a:spLocks noChangeArrowheads="1"/>
            </p:cNvSpPr>
            <p:nvPr/>
          </p:nvSpPr>
          <p:spPr bwMode="auto">
            <a:xfrm>
              <a:off x="1542" y="1865"/>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A38B"/>
                  </a:solidFill>
                  <a:effectLst/>
                  <a:latin typeface="Segoe UI Black" panose="020B0A02040204020203" pitchFamily="34" charset="0"/>
                </a:rPr>
                <a:t>A</a:t>
              </a:r>
              <a:endParaRPr kumimoji="0" lang="en-US" altLang="en-US" sz="1800" b="0" i="0" u="none" strike="noStrike" cap="none" normalizeH="0" baseline="0">
                <a:ln>
                  <a:noFill/>
                </a:ln>
                <a:solidFill>
                  <a:srgbClr val="FFA38B"/>
                </a:solidFill>
                <a:effectLst/>
                <a:latin typeface="Arial" panose="020B0604020202020204" pitchFamily="34" charset="0"/>
              </a:endParaRPr>
            </a:p>
          </p:txBody>
        </p:sp>
        <p:sp>
          <p:nvSpPr>
            <p:cNvPr id="280" name="Rectangle 56">
              <a:extLst>
                <a:ext uri="{FF2B5EF4-FFF2-40B4-BE49-F238E27FC236}">
                  <a16:creationId xmlns:a16="http://schemas.microsoft.com/office/drawing/2014/main" id="{F02A06DF-8715-F16B-5F10-11C5F2584525}"/>
                </a:ext>
              </a:extLst>
            </p:cNvPr>
            <p:cNvSpPr>
              <a:spLocks noChangeArrowheads="1"/>
            </p:cNvSpPr>
            <p:nvPr/>
          </p:nvSpPr>
          <p:spPr bwMode="auto">
            <a:xfrm>
              <a:off x="1608" y="1865"/>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1" name="Rectangle 57">
              <a:extLst>
                <a:ext uri="{FF2B5EF4-FFF2-40B4-BE49-F238E27FC236}">
                  <a16:creationId xmlns:a16="http://schemas.microsoft.com/office/drawing/2014/main" id="{45F29D9D-6572-80B7-280A-53297335FBF7}"/>
                </a:ext>
              </a:extLst>
            </p:cNvPr>
            <p:cNvSpPr>
              <a:spLocks noChangeArrowheads="1"/>
            </p:cNvSpPr>
            <p:nvPr/>
          </p:nvSpPr>
          <p:spPr bwMode="auto">
            <a:xfrm>
              <a:off x="1542" y="1943"/>
              <a:ext cx="139"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2" name="Rectangle 58">
              <a:extLst>
                <a:ext uri="{FF2B5EF4-FFF2-40B4-BE49-F238E27FC236}">
                  <a16:creationId xmlns:a16="http://schemas.microsoft.com/office/drawing/2014/main" id="{013A62C5-A54C-C8BE-D34C-557861D50FBB}"/>
                </a:ext>
              </a:extLst>
            </p:cNvPr>
            <p:cNvSpPr>
              <a:spLocks noChangeArrowheads="1"/>
            </p:cNvSpPr>
            <p:nvPr/>
          </p:nvSpPr>
          <p:spPr bwMode="auto">
            <a:xfrm>
              <a:off x="1533" y="1582"/>
              <a:ext cx="706" cy="136"/>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Rectangle 59">
              <a:extLst>
                <a:ext uri="{FF2B5EF4-FFF2-40B4-BE49-F238E27FC236}">
                  <a16:creationId xmlns:a16="http://schemas.microsoft.com/office/drawing/2014/main" id="{A3D38249-2B2F-44FE-8004-78F738A54143}"/>
                </a:ext>
              </a:extLst>
            </p:cNvPr>
            <p:cNvSpPr>
              <a:spLocks noChangeArrowheads="1"/>
            </p:cNvSpPr>
            <p:nvPr/>
          </p:nvSpPr>
          <p:spPr bwMode="auto">
            <a:xfrm>
              <a:off x="1542" y="1577"/>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3391D"/>
                  </a:solidFill>
                  <a:effectLst/>
                  <a:latin typeface="Segoe UI Black" panose="020B0A02040204020203" pitchFamily="34" charset="0"/>
                </a:rPr>
                <a:t>A</a:t>
              </a:r>
              <a:endParaRPr kumimoji="0" lang="en-US" altLang="en-US" sz="1800" b="0" i="0" u="none" strike="noStrike" cap="none" normalizeH="0" baseline="0">
                <a:ln>
                  <a:noFill/>
                </a:ln>
                <a:solidFill>
                  <a:srgbClr val="73391D"/>
                </a:solidFill>
                <a:effectLst/>
                <a:latin typeface="Arial" panose="020B0604020202020204" pitchFamily="34" charset="0"/>
              </a:endParaRPr>
            </a:p>
          </p:txBody>
        </p:sp>
        <p:sp>
          <p:nvSpPr>
            <p:cNvPr id="284" name="Rectangle 60">
              <a:extLst>
                <a:ext uri="{FF2B5EF4-FFF2-40B4-BE49-F238E27FC236}">
                  <a16:creationId xmlns:a16="http://schemas.microsoft.com/office/drawing/2014/main" id="{6356C9D6-F46C-5F18-CC06-57CEDB989050}"/>
                </a:ext>
              </a:extLst>
            </p:cNvPr>
            <p:cNvSpPr>
              <a:spLocks noChangeArrowheads="1"/>
            </p:cNvSpPr>
            <p:nvPr/>
          </p:nvSpPr>
          <p:spPr bwMode="auto">
            <a:xfrm>
              <a:off x="1608" y="1577"/>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5" name="Rectangle 61">
              <a:extLst>
                <a:ext uri="{FF2B5EF4-FFF2-40B4-BE49-F238E27FC236}">
                  <a16:creationId xmlns:a16="http://schemas.microsoft.com/office/drawing/2014/main" id="{809C64CC-0B9B-063B-F7A5-63EE36FBDCCD}"/>
                </a:ext>
              </a:extLst>
            </p:cNvPr>
            <p:cNvSpPr>
              <a:spLocks noChangeArrowheads="1"/>
            </p:cNvSpPr>
            <p:nvPr/>
          </p:nvSpPr>
          <p:spPr bwMode="auto">
            <a:xfrm>
              <a:off x="1542" y="1654"/>
              <a:ext cx="13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FFA38B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6" name="Rectangle 62">
              <a:extLst>
                <a:ext uri="{FF2B5EF4-FFF2-40B4-BE49-F238E27FC236}">
                  <a16:creationId xmlns:a16="http://schemas.microsoft.com/office/drawing/2014/main" id="{94AB9329-702D-4A1F-E5A5-C3B78F016261}"/>
                </a:ext>
              </a:extLst>
            </p:cNvPr>
            <p:cNvSpPr>
              <a:spLocks noChangeArrowheads="1"/>
            </p:cNvSpPr>
            <p:nvPr/>
          </p:nvSpPr>
          <p:spPr bwMode="auto">
            <a:xfrm>
              <a:off x="1533" y="2022"/>
              <a:ext cx="707" cy="136"/>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Rectangle 63">
              <a:extLst>
                <a:ext uri="{FF2B5EF4-FFF2-40B4-BE49-F238E27FC236}">
                  <a16:creationId xmlns:a16="http://schemas.microsoft.com/office/drawing/2014/main" id="{24EB0818-3B44-BF17-FF2B-E025C738466C}"/>
                </a:ext>
              </a:extLst>
            </p:cNvPr>
            <p:cNvSpPr>
              <a:spLocks noChangeArrowheads="1"/>
            </p:cNvSpPr>
            <p:nvPr/>
          </p:nvSpPr>
          <p:spPr bwMode="auto">
            <a:xfrm>
              <a:off x="1533" y="2022"/>
              <a:ext cx="707"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8" name="Rectangle 64">
              <a:extLst>
                <a:ext uri="{FF2B5EF4-FFF2-40B4-BE49-F238E27FC236}">
                  <a16:creationId xmlns:a16="http://schemas.microsoft.com/office/drawing/2014/main" id="{8D3440B3-96D8-0B26-9877-7E62CD77370D}"/>
                </a:ext>
              </a:extLst>
            </p:cNvPr>
            <p:cNvSpPr>
              <a:spLocks noChangeArrowheads="1"/>
            </p:cNvSpPr>
            <p:nvPr/>
          </p:nvSpPr>
          <p:spPr bwMode="auto">
            <a:xfrm>
              <a:off x="1542" y="2024"/>
              <a:ext cx="127"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F4F3F5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9" name="Rectangle 65">
              <a:extLst>
                <a:ext uri="{FF2B5EF4-FFF2-40B4-BE49-F238E27FC236}">
                  <a16:creationId xmlns:a16="http://schemas.microsoft.com/office/drawing/2014/main" id="{64795BFF-26DD-4F9D-7E57-E8A3C163A079}"/>
                </a:ext>
              </a:extLst>
            </p:cNvPr>
            <p:cNvSpPr>
              <a:spLocks noChangeArrowheads="1"/>
            </p:cNvSpPr>
            <p:nvPr/>
          </p:nvSpPr>
          <p:spPr bwMode="auto">
            <a:xfrm>
              <a:off x="3698" y="1729"/>
              <a:ext cx="707" cy="13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Rectangle 66">
              <a:extLst>
                <a:ext uri="{FF2B5EF4-FFF2-40B4-BE49-F238E27FC236}">
                  <a16:creationId xmlns:a16="http://schemas.microsoft.com/office/drawing/2014/main" id="{973E90C8-2FFF-2256-D29B-6A3ABBA35099}"/>
                </a:ext>
              </a:extLst>
            </p:cNvPr>
            <p:cNvSpPr>
              <a:spLocks noChangeArrowheads="1"/>
            </p:cNvSpPr>
            <p:nvPr/>
          </p:nvSpPr>
          <p:spPr bwMode="auto">
            <a:xfrm>
              <a:off x="3707"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1" name="Rectangle 67">
              <a:extLst>
                <a:ext uri="{FF2B5EF4-FFF2-40B4-BE49-F238E27FC236}">
                  <a16:creationId xmlns:a16="http://schemas.microsoft.com/office/drawing/2014/main" id="{F146B7CE-CBC5-956E-DA0D-244A26F54704}"/>
                </a:ext>
              </a:extLst>
            </p:cNvPr>
            <p:cNvSpPr>
              <a:spLocks noChangeArrowheads="1"/>
            </p:cNvSpPr>
            <p:nvPr/>
          </p:nvSpPr>
          <p:spPr bwMode="auto">
            <a:xfrm>
              <a:off x="3773"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2" name="Rectangle 68">
              <a:extLst>
                <a:ext uri="{FF2B5EF4-FFF2-40B4-BE49-F238E27FC236}">
                  <a16:creationId xmlns:a16="http://schemas.microsoft.com/office/drawing/2014/main" id="{841A3A9C-7ABE-216A-7AAA-FC8E018652B9}"/>
                </a:ext>
              </a:extLst>
            </p:cNvPr>
            <p:cNvSpPr>
              <a:spLocks noChangeArrowheads="1"/>
            </p:cNvSpPr>
            <p:nvPr/>
          </p:nvSpPr>
          <p:spPr bwMode="auto">
            <a:xfrm>
              <a:off x="3707" y="1801"/>
              <a:ext cx="139"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293" name="Rectangle 69">
              <a:extLst>
                <a:ext uri="{FF2B5EF4-FFF2-40B4-BE49-F238E27FC236}">
                  <a16:creationId xmlns:a16="http://schemas.microsoft.com/office/drawing/2014/main" id="{B67B7695-C3C0-34B4-72B1-C7E58FF3275A}"/>
                </a:ext>
              </a:extLst>
            </p:cNvPr>
            <p:cNvSpPr>
              <a:spLocks noChangeArrowheads="1"/>
            </p:cNvSpPr>
            <p:nvPr/>
          </p:nvSpPr>
          <p:spPr bwMode="auto">
            <a:xfrm>
              <a:off x="3698" y="1873"/>
              <a:ext cx="707" cy="136"/>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Rectangle 70">
              <a:extLst>
                <a:ext uri="{FF2B5EF4-FFF2-40B4-BE49-F238E27FC236}">
                  <a16:creationId xmlns:a16="http://schemas.microsoft.com/office/drawing/2014/main" id="{F3BB6A3B-AD16-5C6E-2848-CC82A261CE5A}"/>
                </a:ext>
              </a:extLst>
            </p:cNvPr>
            <p:cNvSpPr>
              <a:spLocks noChangeArrowheads="1"/>
            </p:cNvSpPr>
            <p:nvPr/>
          </p:nvSpPr>
          <p:spPr bwMode="auto">
            <a:xfrm>
              <a:off x="3707" y="1866"/>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8DC8E8"/>
                  </a:solidFill>
                  <a:effectLst/>
                  <a:latin typeface="Segoe UI Black" panose="020B0A02040204020203" pitchFamily="34" charset="0"/>
                </a:rPr>
                <a:t>A</a:t>
              </a:r>
              <a:endParaRPr kumimoji="0" lang="en-US" altLang="en-US" sz="1800" b="0" i="0" u="none" strike="noStrike" cap="none" normalizeH="0" baseline="0">
                <a:ln>
                  <a:noFill/>
                </a:ln>
                <a:solidFill>
                  <a:srgbClr val="8DC8E8"/>
                </a:solidFill>
                <a:effectLst/>
                <a:latin typeface="Arial" panose="020B0604020202020204" pitchFamily="34" charset="0"/>
              </a:endParaRPr>
            </a:p>
          </p:txBody>
        </p:sp>
        <p:sp>
          <p:nvSpPr>
            <p:cNvPr id="295" name="Rectangle 71">
              <a:extLst>
                <a:ext uri="{FF2B5EF4-FFF2-40B4-BE49-F238E27FC236}">
                  <a16:creationId xmlns:a16="http://schemas.microsoft.com/office/drawing/2014/main" id="{AF58A79C-F974-45C7-A85C-F40D9A65E853}"/>
                </a:ext>
              </a:extLst>
            </p:cNvPr>
            <p:cNvSpPr>
              <a:spLocks noChangeArrowheads="1"/>
            </p:cNvSpPr>
            <p:nvPr/>
          </p:nvSpPr>
          <p:spPr bwMode="auto">
            <a:xfrm>
              <a:off x="3773" y="1866"/>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6" name="Rectangle 72">
              <a:extLst>
                <a:ext uri="{FF2B5EF4-FFF2-40B4-BE49-F238E27FC236}">
                  <a16:creationId xmlns:a16="http://schemas.microsoft.com/office/drawing/2014/main" id="{9CAD9107-51BE-8F4A-FEBB-F3BD3DC96520}"/>
                </a:ext>
              </a:extLst>
            </p:cNvPr>
            <p:cNvSpPr>
              <a:spLocks noChangeArrowheads="1"/>
            </p:cNvSpPr>
            <p:nvPr/>
          </p:nvSpPr>
          <p:spPr bwMode="auto">
            <a:xfrm>
              <a:off x="3707" y="1944"/>
              <a:ext cx="135"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7" name="Rectangle 73">
              <a:extLst>
                <a:ext uri="{FF2B5EF4-FFF2-40B4-BE49-F238E27FC236}">
                  <a16:creationId xmlns:a16="http://schemas.microsoft.com/office/drawing/2014/main" id="{F0CA8CB9-EFF0-9A10-BBC0-A9A36D6E6ADF}"/>
                </a:ext>
              </a:extLst>
            </p:cNvPr>
            <p:cNvSpPr>
              <a:spLocks noChangeArrowheads="1"/>
            </p:cNvSpPr>
            <p:nvPr/>
          </p:nvSpPr>
          <p:spPr bwMode="auto">
            <a:xfrm>
              <a:off x="3698" y="1583"/>
              <a:ext cx="707" cy="1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Rectangle 74">
              <a:extLst>
                <a:ext uri="{FF2B5EF4-FFF2-40B4-BE49-F238E27FC236}">
                  <a16:creationId xmlns:a16="http://schemas.microsoft.com/office/drawing/2014/main" id="{CF1A989F-9EAE-5BC1-AD31-5728CD61EE81}"/>
                </a:ext>
              </a:extLst>
            </p:cNvPr>
            <p:cNvSpPr>
              <a:spLocks noChangeArrowheads="1"/>
            </p:cNvSpPr>
            <p:nvPr/>
          </p:nvSpPr>
          <p:spPr bwMode="auto">
            <a:xfrm>
              <a:off x="3707" y="1578"/>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2A446F"/>
                  </a:solidFill>
                  <a:effectLst/>
                  <a:latin typeface="Segoe UI Black" panose="020B0A02040204020203" pitchFamily="34" charset="0"/>
                </a:rPr>
                <a:t>A</a:t>
              </a:r>
              <a:endParaRPr kumimoji="0" lang="en-US" altLang="en-US" sz="1800" b="0" i="0" u="none" strike="noStrike" cap="none" normalizeH="0" baseline="0">
                <a:ln>
                  <a:noFill/>
                </a:ln>
                <a:solidFill>
                  <a:srgbClr val="2A446F"/>
                </a:solidFill>
                <a:effectLst/>
                <a:latin typeface="Arial" panose="020B0604020202020204" pitchFamily="34" charset="0"/>
              </a:endParaRPr>
            </a:p>
          </p:txBody>
        </p:sp>
        <p:sp>
          <p:nvSpPr>
            <p:cNvPr id="299" name="Rectangle 75">
              <a:extLst>
                <a:ext uri="{FF2B5EF4-FFF2-40B4-BE49-F238E27FC236}">
                  <a16:creationId xmlns:a16="http://schemas.microsoft.com/office/drawing/2014/main" id="{957953AB-E9C6-D080-ADB2-1F206404C0B7}"/>
                </a:ext>
              </a:extLst>
            </p:cNvPr>
            <p:cNvSpPr>
              <a:spLocks noChangeArrowheads="1"/>
            </p:cNvSpPr>
            <p:nvPr/>
          </p:nvSpPr>
          <p:spPr bwMode="auto">
            <a:xfrm>
              <a:off x="3773" y="1578"/>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0" name="Rectangle 76">
              <a:extLst>
                <a:ext uri="{FF2B5EF4-FFF2-40B4-BE49-F238E27FC236}">
                  <a16:creationId xmlns:a16="http://schemas.microsoft.com/office/drawing/2014/main" id="{D3F9BD24-BF97-98DF-7799-FF5527E1F0E4}"/>
                </a:ext>
              </a:extLst>
            </p:cNvPr>
            <p:cNvSpPr>
              <a:spLocks noChangeArrowheads="1"/>
            </p:cNvSpPr>
            <p:nvPr/>
          </p:nvSpPr>
          <p:spPr bwMode="auto">
            <a:xfrm>
              <a:off x="3707" y="1655"/>
              <a:ext cx="14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1" name="Rectangle 80">
              <a:extLst>
                <a:ext uri="{FF2B5EF4-FFF2-40B4-BE49-F238E27FC236}">
                  <a16:creationId xmlns:a16="http://schemas.microsoft.com/office/drawing/2014/main" id="{D9F904A4-74AE-C098-E989-4C11A3671B63}"/>
                </a:ext>
              </a:extLst>
            </p:cNvPr>
            <p:cNvSpPr>
              <a:spLocks noChangeArrowheads="1"/>
            </p:cNvSpPr>
            <p:nvPr/>
          </p:nvSpPr>
          <p:spPr bwMode="auto">
            <a:xfrm>
              <a:off x="2981" y="1438"/>
              <a:ext cx="1423" cy="135"/>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Rectangle 81">
              <a:extLst>
                <a:ext uri="{FF2B5EF4-FFF2-40B4-BE49-F238E27FC236}">
                  <a16:creationId xmlns:a16="http://schemas.microsoft.com/office/drawing/2014/main" id="{86561027-5502-5CBF-CC1E-E9283F7A3EA8}"/>
                </a:ext>
              </a:extLst>
            </p:cNvPr>
            <p:cNvSpPr>
              <a:spLocks noChangeArrowheads="1"/>
            </p:cNvSpPr>
            <p:nvPr/>
          </p:nvSpPr>
          <p:spPr bwMode="auto">
            <a:xfrm>
              <a:off x="2977" y="1437"/>
              <a:ext cx="1427" cy="1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82">
              <a:extLst>
                <a:ext uri="{FF2B5EF4-FFF2-40B4-BE49-F238E27FC236}">
                  <a16:creationId xmlns:a16="http://schemas.microsoft.com/office/drawing/2014/main" id="{815862B1-E237-764F-DF2A-70DEC4B6F67A}"/>
                </a:ext>
              </a:extLst>
            </p:cNvPr>
            <p:cNvSpPr>
              <a:spLocks noEditPoints="1"/>
            </p:cNvSpPr>
            <p:nvPr/>
          </p:nvSpPr>
          <p:spPr bwMode="auto">
            <a:xfrm>
              <a:off x="2978" y="1437"/>
              <a:ext cx="1427" cy="136"/>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Rectangle 83">
              <a:extLst>
                <a:ext uri="{FF2B5EF4-FFF2-40B4-BE49-F238E27FC236}">
                  <a16:creationId xmlns:a16="http://schemas.microsoft.com/office/drawing/2014/main" id="{F8634574-E07B-D28B-BCBE-E63D6F2B0F02}"/>
                </a:ext>
              </a:extLst>
            </p:cNvPr>
            <p:cNvSpPr>
              <a:spLocks noChangeArrowheads="1"/>
            </p:cNvSpPr>
            <p:nvPr/>
          </p:nvSpPr>
          <p:spPr bwMode="auto">
            <a:xfrm>
              <a:off x="2978" y="1437"/>
              <a:ext cx="1426" cy="1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Rectangle 84">
              <a:extLst>
                <a:ext uri="{FF2B5EF4-FFF2-40B4-BE49-F238E27FC236}">
                  <a16:creationId xmlns:a16="http://schemas.microsoft.com/office/drawing/2014/main" id="{12699538-90CB-E2BB-A02E-9CAD1104357C}"/>
                </a:ext>
              </a:extLst>
            </p:cNvPr>
            <p:cNvSpPr>
              <a:spLocks noChangeArrowheads="1"/>
            </p:cNvSpPr>
            <p:nvPr/>
          </p:nvSpPr>
          <p:spPr bwMode="auto">
            <a:xfrm>
              <a:off x="2989" y="1440"/>
              <a:ext cx="314"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FFFFFF"/>
                  </a:solidFill>
                  <a:effectLst/>
                  <a:latin typeface="Segoe UI" panose="020B0502040204020203" pitchFamily="34" charset="0"/>
                </a:rPr>
                <a:t>Blue Black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6" name="Rectangle 85">
              <a:extLst>
                <a:ext uri="{FF2B5EF4-FFF2-40B4-BE49-F238E27FC236}">
                  <a16:creationId xmlns:a16="http://schemas.microsoft.com/office/drawing/2014/main" id="{6FAB69FC-8CE4-AC4F-FDDF-81B46D7C1E11}"/>
                </a:ext>
              </a:extLst>
            </p:cNvPr>
            <p:cNvSpPr>
              <a:spLocks noChangeArrowheads="1"/>
            </p:cNvSpPr>
            <p:nvPr/>
          </p:nvSpPr>
          <p:spPr bwMode="auto">
            <a:xfrm>
              <a:off x="2989" y="1508"/>
              <a:ext cx="13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7" name="Rectangle 86">
              <a:extLst>
                <a:ext uri="{FF2B5EF4-FFF2-40B4-BE49-F238E27FC236}">
                  <a16:creationId xmlns:a16="http://schemas.microsoft.com/office/drawing/2014/main" id="{0B6C3A35-3676-F821-8B84-E8FCD2D7AEB0}"/>
                </a:ext>
              </a:extLst>
            </p:cNvPr>
            <p:cNvSpPr>
              <a:spLocks noChangeArrowheads="1"/>
            </p:cNvSpPr>
            <p:nvPr/>
          </p:nvSpPr>
          <p:spPr bwMode="auto">
            <a:xfrm>
              <a:off x="2977" y="1730"/>
              <a:ext cx="706" cy="136"/>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Rectangle 87">
              <a:extLst>
                <a:ext uri="{FF2B5EF4-FFF2-40B4-BE49-F238E27FC236}">
                  <a16:creationId xmlns:a16="http://schemas.microsoft.com/office/drawing/2014/main" id="{E31C635C-F918-E83E-41BB-6A05312AF804}"/>
                </a:ext>
              </a:extLst>
            </p:cNvPr>
            <p:cNvSpPr>
              <a:spLocks noChangeArrowheads="1"/>
            </p:cNvSpPr>
            <p:nvPr/>
          </p:nvSpPr>
          <p:spPr bwMode="auto">
            <a:xfrm>
              <a:off x="2985"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9" name="Rectangle 88">
              <a:extLst>
                <a:ext uri="{FF2B5EF4-FFF2-40B4-BE49-F238E27FC236}">
                  <a16:creationId xmlns:a16="http://schemas.microsoft.com/office/drawing/2014/main" id="{C72C7396-887D-00AF-02FC-A8E598F00631}"/>
                </a:ext>
              </a:extLst>
            </p:cNvPr>
            <p:cNvSpPr>
              <a:spLocks noChangeArrowheads="1"/>
            </p:cNvSpPr>
            <p:nvPr/>
          </p:nvSpPr>
          <p:spPr bwMode="auto">
            <a:xfrm>
              <a:off x="2985" y="1803"/>
              <a:ext cx="14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effectLst/>
                  <a:latin typeface="Segoe UI" panose="020B0502040204020203" pitchFamily="34" charset="0"/>
                </a:rPr>
                <a:t>C73ECC</a:t>
              </a:r>
              <a:endParaRPr kumimoji="0" lang="en-US" altLang="en-US" sz="1800" b="0" i="0" u="none" strike="noStrike" cap="none" normalizeH="0" baseline="0">
                <a:ln>
                  <a:noFill/>
                </a:ln>
                <a:effectLst/>
                <a:latin typeface="Arial" panose="020B0604020202020204" pitchFamily="34" charset="0"/>
              </a:endParaRPr>
            </a:p>
          </p:txBody>
        </p:sp>
        <p:sp>
          <p:nvSpPr>
            <p:cNvPr id="310" name="Rectangle 89">
              <a:extLst>
                <a:ext uri="{FF2B5EF4-FFF2-40B4-BE49-F238E27FC236}">
                  <a16:creationId xmlns:a16="http://schemas.microsoft.com/office/drawing/2014/main" id="{D30DD6FD-51EB-19EC-8510-E1C9AF53735B}"/>
                </a:ext>
              </a:extLst>
            </p:cNvPr>
            <p:cNvSpPr>
              <a:spLocks noChangeArrowheads="1"/>
            </p:cNvSpPr>
            <p:nvPr/>
          </p:nvSpPr>
          <p:spPr bwMode="auto">
            <a:xfrm>
              <a:off x="2977" y="1875"/>
              <a:ext cx="706" cy="135"/>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Rectangle 90">
              <a:extLst>
                <a:ext uri="{FF2B5EF4-FFF2-40B4-BE49-F238E27FC236}">
                  <a16:creationId xmlns:a16="http://schemas.microsoft.com/office/drawing/2014/main" id="{FA8D36D1-67FD-B784-519E-C36BEA31B3C5}"/>
                </a:ext>
              </a:extLst>
            </p:cNvPr>
            <p:cNvSpPr>
              <a:spLocks noChangeArrowheads="1"/>
            </p:cNvSpPr>
            <p:nvPr/>
          </p:nvSpPr>
          <p:spPr bwMode="auto">
            <a:xfrm>
              <a:off x="2985" y="1869"/>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CD9BCF"/>
                  </a:solidFill>
                  <a:effectLst/>
                  <a:latin typeface="Segoe UI Black" panose="020B0A02040204020203" pitchFamily="34" charset="0"/>
                </a:rPr>
                <a:t>A</a:t>
              </a:r>
              <a:endParaRPr kumimoji="0" lang="en-US" altLang="en-US" sz="1800" b="0" i="0" u="none" strike="noStrike" cap="none" normalizeH="0" baseline="0">
                <a:ln>
                  <a:noFill/>
                </a:ln>
                <a:solidFill>
                  <a:srgbClr val="CD9BCF"/>
                </a:solidFill>
                <a:effectLst/>
                <a:latin typeface="Arial" panose="020B0604020202020204" pitchFamily="34" charset="0"/>
              </a:endParaRPr>
            </a:p>
          </p:txBody>
        </p:sp>
        <p:sp>
          <p:nvSpPr>
            <p:cNvPr id="312" name="Rectangle 91">
              <a:extLst>
                <a:ext uri="{FF2B5EF4-FFF2-40B4-BE49-F238E27FC236}">
                  <a16:creationId xmlns:a16="http://schemas.microsoft.com/office/drawing/2014/main" id="{A2790CC1-ECD3-C2AA-C63A-83B06BB562FD}"/>
                </a:ext>
              </a:extLst>
            </p:cNvPr>
            <p:cNvSpPr>
              <a:spLocks noChangeArrowheads="1"/>
            </p:cNvSpPr>
            <p:nvPr/>
          </p:nvSpPr>
          <p:spPr bwMode="auto">
            <a:xfrm>
              <a:off x="3051" y="1869"/>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FFFFFF"/>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3" name="Rectangle 92">
              <a:extLst>
                <a:ext uri="{FF2B5EF4-FFF2-40B4-BE49-F238E27FC236}">
                  <a16:creationId xmlns:a16="http://schemas.microsoft.com/office/drawing/2014/main" id="{C2F74C0D-75FA-B70A-ED71-3CFA807964B4}"/>
                </a:ext>
              </a:extLst>
            </p:cNvPr>
            <p:cNvSpPr>
              <a:spLocks noChangeArrowheads="1"/>
            </p:cNvSpPr>
            <p:nvPr/>
          </p:nvSpPr>
          <p:spPr bwMode="auto">
            <a:xfrm>
              <a:off x="2985" y="1946"/>
              <a:ext cx="13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FFFFFF"/>
                  </a:solidFill>
                  <a:effectLst/>
                  <a:latin typeface="Segoe UI" panose="020B0502040204020203" pitchFamily="34" charset="0"/>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4" name="Rectangle 93">
              <a:extLst>
                <a:ext uri="{FF2B5EF4-FFF2-40B4-BE49-F238E27FC236}">
                  <a16:creationId xmlns:a16="http://schemas.microsoft.com/office/drawing/2014/main" id="{4B629030-A380-3E24-758E-F1D167C23086}"/>
                </a:ext>
              </a:extLst>
            </p:cNvPr>
            <p:cNvSpPr>
              <a:spLocks noChangeArrowheads="1"/>
            </p:cNvSpPr>
            <p:nvPr/>
          </p:nvSpPr>
          <p:spPr bwMode="auto">
            <a:xfrm>
              <a:off x="2977" y="1586"/>
              <a:ext cx="706" cy="135"/>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5" name="Rectangle 94">
              <a:extLst>
                <a:ext uri="{FF2B5EF4-FFF2-40B4-BE49-F238E27FC236}">
                  <a16:creationId xmlns:a16="http://schemas.microsoft.com/office/drawing/2014/main" id="{6D81EE59-1E06-6AAB-A8EE-80D567AE752D}"/>
                </a:ext>
              </a:extLst>
            </p:cNvPr>
            <p:cNvSpPr>
              <a:spLocks noChangeArrowheads="1"/>
            </p:cNvSpPr>
            <p:nvPr/>
          </p:nvSpPr>
          <p:spPr bwMode="auto">
            <a:xfrm>
              <a:off x="2985" y="1580"/>
              <a:ext cx="61"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702573"/>
                  </a:solidFill>
                  <a:effectLst/>
                  <a:latin typeface="Segoe UI Black" panose="020B0A02040204020203" pitchFamily="34" charset="0"/>
                </a:rPr>
                <a:t>A</a:t>
              </a:r>
              <a:endParaRPr kumimoji="0" lang="en-US" altLang="en-US" sz="1800" b="0" i="0" u="none" strike="noStrike" cap="none" normalizeH="0" baseline="0">
                <a:ln>
                  <a:noFill/>
                </a:ln>
                <a:solidFill>
                  <a:srgbClr val="702573"/>
                </a:solidFill>
                <a:effectLst/>
                <a:latin typeface="Arial" panose="020B0604020202020204" pitchFamily="34" charset="0"/>
              </a:endParaRPr>
            </a:p>
          </p:txBody>
        </p:sp>
        <p:sp>
          <p:nvSpPr>
            <p:cNvPr id="316" name="Rectangle 95">
              <a:extLst>
                <a:ext uri="{FF2B5EF4-FFF2-40B4-BE49-F238E27FC236}">
                  <a16:creationId xmlns:a16="http://schemas.microsoft.com/office/drawing/2014/main" id="{6AD9F2DD-3CC6-E096-A24F-323DA0D326AD}"/>
                </a:ext>
              </a:extLst>
            </p:cNvPr>
            <p:cNvSpPr>
              <a:spLocks noChangeArrowheads="1"/>
            </p:cNvSpPr>
            <p:nvPr/>
          </p:nvSpPr>
          <p:spPr bwMode="auto">
            <a:xfrm>
              <a:off x="3051" y="1580"/>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7" name="Rectangle 96">
              <a:extLst>
                <a:ext uri="{FF2B5EF4-FFF2-40B4-BE49-F238E27FC236}">
                  <a16:creationId xmlns:a16="http://schemas.microsoft.com/office/drawing/2014/main" id="{AFB34C5D-AB21-1047-2C41-96AAFC6CF230}"/>
                </a:ext>
              </a:extLst>
            </p:cNvPr>
            <p:cNvSpPr>
              <a:spLocks noChangeArrowheads="1"/>
            </p:cNvSpPr>
            <p:nvPr/>
          </p:nvSpPr>
          <p:spPr bwMode="auto">
            <a:xfrm>
              <a:off x="2985" y="1658"/>
              <a:ext cx="14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CD9BCF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8" name="Rectangle 97">
              <a:extLst>
                <a:ext uri="{FF2B5EF4-FFF2-40B4-BE49-F238E27FC236}">
                  <a16:creationId xmlns:a16="http://schemas.microsoft.com/office/drawing/2014/main" id="{577AD0A0-7F00-AA4F-1B1B-61CFE55F937D}"/>
                </a:ext>
              </a:extLst>
            </p:cNvPr>
            <p:cNvSpPr>
              <a:spLocks noChangeArrowheads="1"/>
            </p:cNvSpPr>
            <p:nvPr/>
          </p:nvSpPr>
          <p:spPr bwMode="auto">
            <a:xfrm>
              <a:off x="2976" y="2023"/>
              <a:ext cx="1428" cy="13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9" name="Rectangle 98">
              <a:extLst>
                <a:ext uri="{FF2B5EF4-FFF2-40B4-BE49-F238E27FC236}">
                  <a16:creationId xmlns:a16="http://schemas.microsoft.com/office/drawing/2014/main" id="{AEE8AF68-7485-0DA2-1E8F-EA9EFEEF18D2}"/>
                </a:ext>
              </a:extLst>
            </p:cNvPr>
            <p:cNvSpPr>
              <a:spLocks noChangeArrowheads="1"/>
            </p:cNvSpPr>
            <p:nvPr/>
          </p:nvSpPr>
          <p:spPr bwMode="auto">
            <a:xfrm>
              <a:off x="2977" y="2024"/>
              <a:ext cx="1427"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0" name="Rectangle 99">
              <a:extLst>
                <a:ext uri="{FF2B5EF4-FFF2-40B4-BE49-F238E27FC236}">
                  <a16:creationId xmlns:a16="http://schemas.microsoft.com/office/drawing/2014/main" id="{00A4FA1A-2972-8EFD-C7DB-916888D02231}"/>
                </a:ext>
              </a:extLst>
            </p:cNvPr>
            <p:cNvSpPr>
              <a:spLocks noChangeArrowheads="1"/>
            </p:cNvSpPr>
            <p:nvPr/>
          </p:nvSpPr>
          <p:spPr bwMode="auto">
            <a:xfrm>
              <a:off x="2985" y="2028"/>
              <a:ext cx="13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chemeClr val="bg1"/>
                  </a:solidFill>
                  <a:effectLst/>
                  <a:latin typeface="Segoe UI" panose="020B0502040204020203" pitchFamily="34" charset="0"/>
                </a:rPr>
                <a:t>000000</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321" name="Rectangle 100">
              <a:extLst>
                <a:ext uri="{FF2B5EF4-FFF2-40B4-BE49-F238E27FC236}">
                  <a16:creationId xmlns:a16="http://schemas.microsoft.com/office/drawing/2014/main" id="{E02AE344-8FCD-07A4-1035-21E5745797EA}"/>
                </a:ext>
              </a:extLst>
            </p:cNvPr>
            <p:cNvSpPr>
              <a:spLocks noChangeArrowheads="1"/>
            </p:cNvSpPr>
            <p:nvPr/>
          </p:nvSpPr>
          <p:spPr bwMode="auto">
            <a:xfrm>
              <a:off x="1532" y="1439"/>
              <a:ext cx="1430" cy="136"/>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2" name="Rectangle 101">
              <a:extLst>
                <a:ext uri="{FF2B5EF4-FFF2-40B4-BE49-F238E27FC236}">
                  <a16:creationId xmlns:a16="http://schemas.microsoft.com/office/drawing/2014/main" id="{A8F0A57D-3D77-F52A-CEE5-C300AC719E97}"/>
                </a:ext>
              </a:extLst>
            </p:cNvPr>
            <p:cNvSpPr>
              <a:spLocks noChangeArrowheads="1"/>
            </p:cNvSpPr>
            <p:nvPr/>
          </p:nvSpPr>
          <p:spPr bwMode="auto">
            <a:xfrm>
              <a:off x="1532" y="1439"/>
              <a:ext cx="1429" cy="136"/>
            </a:xfrm>
            <a:prstGeom prst="rect">
              <a:avLst/>
            </a:prstGeom>
            <a:noFill/>
            <a:ln w="1588" cap="flat">
              <a:solidFill>
                <a:srgbClr val="BFBFB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3" name="Rectangle 102">
              <a:extLst>
                <a:ext uri="{FF2B5EF4-FFF2-40B4-BE49-F238E27FC236}">
                  <a16:creationId xmlns:a16="http://schemas.microsoft.com/office/drawing/2014/main" id="{34755F26-EC65-BC3C-F00F-5952873E93B5}"/>
                </a:ext>
              </a:extLst>
            </p:cNvPr>
            <p:cNvSpPr>
              <a:spLocks noChangeArrowheads="1"/>
            </p:cNvSpPr>
            <p:nvPr/>
          </p:nvSpPr>
          <p:spPr bwMode="auto">
            <a:xfrm>
              <a:off x="1541" y="1435"/>
              <a:ext cx="38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rgbClr val="1A1A1A"/>
                  </a:solidFill>
                  <a:effectLst/>
                  <a:latin typeface="Segoe UI" panose="020B0502040204020203" pitchFamily="34" charset="0"/>
                </a:rPr>
                <a:t>Neutral Gray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4" name="Rectangle 103">
              <a:extLst>
                <a:ext uri="{FF2B5EF4-FFF2-40B4-BE49-F238E27FC236}">
                  <a16:creationId xmlns:a16="http://schemas.microsoft.com/office/drawing/2014/main" id="{B81AAAC1-86AE-E75F-941C-AB9A2CF58E0B}"/>
                </a:ext>
              </a:extLst>
            </p:cNvPr>
            <p:cNvSpPr>
              <a:spLocks noChangeArrowheads="1"/>
            </p:cNvSpPr>
            <p:nvPr/>
          </p:nvSpPr>
          <p:spPr bwMode="auto">
            <a:xfrm>
              <a:off x="1541" y="1502"/>
              <a:ext cx="13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500" b="0" i="0" u="none" strike="noStrike" cap="none" normalizeH="0" baseline="0">
                  <a:ln>
                    <a:noFill/>
                  </a:ln>
                  <a:solidFill>
                    <a:srgbClr val="000000"/>
                  </a:solidFill>
                  <a:effectLst/>
                  <a:latin typeface="Segoe UI" panose="020B0502040204020203" pitchFamily="34" charset="0"/>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5" name="Rectangle 14">
              <a:extLst>
                <a:ext uri="{FF2B5EF4-FFF2-40B4-BE49-F238E27FC236}">
                  <a16:creationId xmlns:a16="http://schemas.microsoft.com/office/drawing/2014/main" id="{EB0437A5-6694-879B-F94E-9FA34DFD9D2C}"/>
                </a:ext>
              </a:extLst>
            </p:cNvPr>
            <p:cNvSpPr>
              <a:spLocks noChangeArrowheads="1"/>
            </p:cNvSpPr>
            <p:nvPr/>
          </p:nvSpPr>
          <p:spPr bwMode="auto">
            <a:xfrm>
              <a:off x="2329" y="1724"/>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6" name="Rectangle 95">
              <a:extLst>
                <a:ext uri="{FF2B5EF4-FFF2-40B4-BE49-F238E27FC236}">
                  <a16:creationId xmlns:a16="http://schemas.microsoft.com/office/drawing/2014/main" id="{7CF198F9-1D72-F8CC-3A2E-9B2DAE529DAF}"/>
                </a:ext>
              </a:extLst>
            </p:cNvPr>
            <p:cNvSpPr>
              <a:spLocks noChangeArrowheads="1"/>
            </p:cNvSpPr>
            <p:nvPr/>
          </p:nvSpPr>
          <p:spPr bwMode="auto">
            <a:xfrm>
              <a:off x="3051" y="1723"/>
              <a:ext cx="111"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0000"/>
                  </a:solidFill>
                  <a:effectLst/>
                  <a:latin typeface="Segoe UI Black" panose="020B0A02040204020203" pitchFamily="34" charset="0"/>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516608941"/>
      </p:ext>
    </p:extLst>
  </p:cSld>
  <p:clrMap bg1="lt1" tx1="dk1" bg2="lt2" tx2="dk2" accent1="accent1" accent2="accent2" accent3="accent3" accent4="accent4" accent5="accent5" accent6="accent6" hlink="hlink" folHlink="folHlink"/>
  <p:sldLayoutIdLst>
    <p:sldLayoutId id="2147484974" r:id="rId1"/>
    <p:sldLayoutId id="2147484975" r:id="rId2"/>
    <p:sldLayoutId id="2147484976" r:id="rId3"/>
    <p:sldLayoutId id="2147484977" r:id="rId4"/>
    <p:sldLayoutId id="2147484978" r:id="rId5"/>
    <p:sldLayoutId id="2147484979" r:id="rId6"/>
    <p:sldLayoutId id="2147484980" r:id="rId7"/>
    <p:sldLayoutId id="2147484981" r:id="rId8"/>
    <p:sldLayoutId id="2147484982" r:id="rId9"/>
    <p:sldLayoutId id="2147484983" r:id="rId10"/>
    <p:sldLayoutId id="2147484984" r:id="rId11"/>
    <p:sldLayoutId id="2147484985" r:id="rId12"/>
    <p:sldLayoutId id="2147484986" r:id="rId13"/>
    <p:sldLayoutId id="2147484987" r:id="rId14"/>
    <p:sldLayoutId id="2147484988" r:id="rId15"/>
    <p:sldLayoutId id="2147484989" r:id="rId16"/>
    <p:sldLayoutId id="2147484990" r:id="rId17"/>
    <p:sldLayoutId id="2147484991" r:id="rId18"/>
    <p:sldLayoutId id="2147484992" r:id="rId19"/>
    <p:sldLayoutId id="2147484993" r:id="rId20"/>
    <p:sldLayoutId id="2147484994" r:id="rId21"/>
    <p:sldLayoutId id="2147484995" r:id="rId22"/>
    <p:sldLayoutId id="2147484996" r:id="rId23"/>
    <p:sldLayoutId id="2147484997" r:id="rId24"/>
    <p:sldLayoutId id="2147484998" r:id="rId25"/>
    <p:sldLayoutId id="2147484999" r:id="rId26"/>
    <p:sldLayoutId id="2147485000" r:id="rId27"/>
    <p:sldLayoutId id="2147485001" r:id="rId28"/>
    <p:sldLayoutId id="2147485002" r:id="rId29"/>
    <p:sldLayoutId id="2147485003" r:id="rId30"/>
    <p:sldLayoutId id="2147485004" r:id="rId31"/>
    <p:sldLayoutId id="2147485005" r:id="rId32"/>
    <p:sldLayoutId id="2147485006" r:id="rId33"/>
    <p:sldLayoutId id="2147485007" r:id="rId34"/>
    <p:sldLayoutId id="2147485008" r:id="rId35"/>
    <p:sldLayoutId id="2147485009" r:id="rId36"/>
    <p:sldLayoutId id="2147485010" r:id="rId37"/>
    <p:sldLayoutId id="2147485011" r:id="rId38"/>
    <p:sldLayoutId id="2147485012" r:id="rId39"/>
    <p:sldLayoutId id="2147485013" r:id="rId40"/>
    <p:sldLayoutId id="2147485014" r:id="rId41"/>
    <p:sldLayoutId id="2147485015" r:id="rId42"/>
    <p:sldLayoutId id="2147485016" r:id="rId43"/>
    <p:sldLayoutId id="2147485017" r:id="rId44"/>
    <p:sldLayoutId id="2147485018" r:id="rId45"/>
    <p:sldLayoutId id="2147485019" r:id="rId46"/>
    <p:sldLayoutId id="2147485020" r:id="rId47"/>
    <p:sldLayoutId id="2147485021" r:id="rId48"/>
    <p:sldLayoutId id="2147485022" r:id="rId49"/>
    <p:sldLayoutId id="2147485023" r:id="rId50"/>
    <p:sldLayoutId id="2147485024" r:id="rId51"/>
    <p:sldLayoutId id="2147485025" r:id="rId52"/>
    <p:sldLayoutId id="2147485026" r:id="rId53"/>
    <p:sldLayoutId id="2147485027" r:id="rId54"/>
    <p:sldLayoutId id="2147485028" r:id="rId55"/>
    <p:sldLayoutId id="2147485029" r:id="rId56"/>
    <p:sldLayoutId id="2147485030" r:id="rId57"/>
    <p:sldLayoutId id="2147485031" r:id="rId58"/>
    <p:sldLayoutId id="2147485032" r:id="rId59"/>
    <p:sldLayoutId id="2147485033" r:id="rId60"/>
    <p:sldLayoutId id="2147485034" r:id="rId61"/>
    <p:sldLayoutId id="2147485035" r:id="rId62"/>
    <p:sldLayoutId id="2147485036" r:id="rId63"/>
    <p:sldLayoutId id="2147485037" r:id="rId64"/>
    <p:sldLayoutId id="2147485038" r:id="rId65"/>
    <p:sldLayoutId id="2147485039" r:id="rId66"/>
    <p:sldLayoutId id="2147485040" r:id="rId67"/>
    <p:sldLayoutId id="2147485041" r:id="rId68"/>
    <p:sldLayoutId id="2147485042" r:id="rId69"/>
    <p:sldLayoutId id="2147485043" r:id="rId70"/>
    <p:sldLayoutId id="2147485044" r:id="rId71"/>
    <p:sldLayoutId id="2147485045" r:id="rId72"/>
    <p:sldLayoutId id="2147485046" r:id="rId73"/>
    <p:sldLayoutId id="2147485047" r:id="rId74"/>
    <p:sldLayoutId id="2147485048" r:id="rId75"/>
    <p:sldLayoutId id="2147485049" r:id="rId76"/>
    <p:sldLayoutId id="2147485050" r:id="rId77"/>
    <p:sldLayoutId id="2147485051" r:id="rId78"/>
    <p:sldLayoutId id="2147485052" r:id="rId79"/>
    <p:sldLayoutId id="2147485053" r:id="rId80"/>
    <p:sldLayoutId id="2147485054" r:id="rId81"/>
    <p:sldLayoutId id="2147485055" r:id="rId82"/>
    <p:sldLayoutId id="2147485056" r:id="rId83"/>
    <p:sldLayoutId id="2147485057" r:id="rId84"/>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lang="en-US" sz="2800" kern="1200" spc="0" baseline="0" dirty="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569912" y="2197893"/>
            <a:ext cx="5686955" cy="2462213"/>
          </a:xfrm>
        </p:spPr>
        <p:txBody>
          <a:bodyPr/>
          <a:lstStyle/>
          <a:p>
            <a:r>
              <a:rPr lang="en-US" dirty="0"/>
              <a:t>AZ-900T00</a:t>
            </a:r>
            <a:br>
              <a:rPr lang="en-US" dirty="0"/>
            </a:br>
            <a:r>
              <a:rPr lang="en-US" dirty="0"/>
              <a:t>Learning path 04:</a:t>
            </a:r>
            <a:br>
              <a:rPr lang="en-US" dirty="0"/>
            </a:br>
            <a:r>
              <a:rPr lang="en-US" dirty="0"/>
              <a:t>Apply Azure Skills in Guided Projects</a:t>
            </a:r>
          </a:p>
        </p:txBody>
      </p:sp>
      <p:sp>
        <p:nvSpPr>
          <p:cNvPr id="26" name="Footer Placeholder 25">
            <a:extLst>
              <a:ext uri="{FF2B5EF4-FFF2-40B4-BE49-F238E27FC236}">
                <a16:creationId xmlns:a16="http://schemas.microsoft.com/office/drawing/2014/main" id="{8963EE6A-7DC5-CE7E-2AD5-B8FC6E39564F}"/>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
        <p:nvSpPr>
          <p:cNvPr id="6" name="Text Placeholder 5">
            <a:extLst>
              <a:ext uri="{FF2B5EF4-FFF2-40B4-BE49-F238E27FC236}">
                <a16:creationId xmlns:a16="http://schemas.microsoft.com/office/drawing/2014/main" id="{A885462E-AC6B-3006-FA4D-1CE744FBA46E}"/>
              </a:ext>
            </a:extLst>
          </p:cNvPr>
          <p:cNvSpPr>
            <a:spLocks noGrp="1"/>
          </p:cNvSpPr>
          <p:nvPr>
            <p:ph type="body" sz="quarter" idx="13"/>
          </p:nvPr>
        </p:nvSpPr>
        <p:spPr/>
        <p:txBody>
          <a:bodyPr/>
          <a:lstStyle/>
          <a:p>
            <a:endParaRPr lang="en-US"/>
          </a:p>
        </p:txBody>
      </p:sp>
    </p:spTree>
    <p:extLst>
      <p:ext uri="{BB962C8B-B14F-4D97-AF65-F5344CB8AC3E}">
        <p14:creationId xmlns:p14="http://schemas.microsoft.com/office/powerpoint/2010/main" val="404688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00816-5D4D-7969-086A-4E4EA8CBFC1C}"/>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C37DFA35-08DF-4CD9-E368-133C6D28E014}"/>
              </a:ext>
            </a:extLst>
          </p:cNvPr>
          <p:cNvSpPr>
            <a:spLocks noGrp="1"/>
          </p:cNvSpPr>
          <p:nvPr>
            <p:ph type="title"/>
          </p:nvPr>
        </p:nvSpPr>
        <p:spPr>
          <a:xfrm>
            <a:off x="588262" y="585216"/>
            <a:ext cx="8193024" cy="369332"/>
          </a:xfrm>
        </p:spPr>
        <p:txBody>
          <a:bodyPr/>
          <a:lstStyle/>
          <a:p>
            <a:r>
              <a:rPr lang="en-US" dirty="0"/>
              <a:t>Notice and Intent</a:t>
            </a:r>
          </a:p>
        </p:txBody>
      </p:sp>
      <p:sp>
        <p:nvSpPr>
          <p:cNvPr id="39" name="Text Placeholder 2">
            <a:extLst>
              <a:ext uri="{FF2B5EF4-FFF2-40B4-BE49-F238E27FC236}">
                <a16:creationId xmlns:a16="http://schemas.microsoft.com/office/drawing/2014/main" id="{FFBDE686-6C3F-E956-FF33-9E037BF3B3A3}"/>
              </a:ext>
            </a:extLst>
          </p:cNvPr>
          <p:cNvSpPr txBox="1">
            <a:spLocks/>
          </p:cNvSpPr>
          <p:nvPr/>
        </p:nvSpPr>
        <p:spPr>
          <a:xfrm>
            <a:off x="588262" y="1078992"/>
            <a:ext cx="8193024" cy="3928437"/>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dirty="0"/>
              <a:t>This guided project set is provided to provide OPTIONS for practical activities during class. It is NOT expected that you complete all guided projects during a delivery. Given the breadth of content, the goal should be to complete 1, or maybe 2 if timing allows, of the guided projects during a delivery.</a:t>
            </a:r>
          </a:p>
          <a:p>
            <a:pPr marL="0" indent="0">
              <a:buNone/>
            </a:pPr>
            <a:endParaRPr lang="en-US" sz="2000" dirty="0"/>
          </a:p>
          <a:p>
            <a:pPr marL="0" indent="0">
              <a:buNone/>
            </a:pPr>
            <a:r>
              <a:rPr lang="en-US" sz="2000" dirty="0"/>
              <a:t>The students can complete the additional guided projects using a Bring Your Own Subscription model from Microsoft Learn at any time.</a:t>
            </a:r>
          </a:p>
        </p:txBody>
      </p:sp>
    </p:spTree>
    <p:extLst>
      <p:ext uri="{BB962C8B-B14F-4D97-AF65-F5344CB8AC3E}">
        <p14:creationId xmlns:p14="http://schemas.microsoft.com/office/powerpoint/2010/main" val="2974015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384610"/>
            <a:ext cx="6345239" cy="615553"/>
          </a:xfrm>
        </p:spPr>
        <p:txBody>
          <a:bodyPr/>
          <a:lstStyle/>
          <a:p>
            <a:r>
              <a:rPr lang="en-US"/>
              <a:t>Guided project: Deploy a static website with Azure Blob Storage</a:t>
            </a:r>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492443"/>
          </a:xfrm>
        </p:spPr>
        <p:txBody>
          <a:bodyPr/>
          <a:lstStyle/>
          <a:p>
            <a:r>
              <a:rPr lang="en-US"/>
              <a:t>Learning Objectives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88262" y="1078992"/>
            <a:ext cx="8193024" cy="24622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After completing this module, you will be able to:</a:t>
            </a:r>
          </a:p>
        </p:txBody>
      </p:sp>
      <p:sp>
        <p:nvSpPr>
          <p:cNvPr id="80" name="Oval 79" descr="icon of a finger pushing a button">
            <a:extLst>
              <a:ext uri="{FF2B5EF4-FFF2-40B4-BE49-F238E27FC236}">
                <a16:creationId xmlns:a16="http://schemas.microsoft.com/office/drawing/2014/main" id="{71DB8D22-926F-853E-F0C8-764493609A16}"/>
              </a:ext>
            </a:extLst>
          </p:cNvPr>
          <p:cNvSpPr>
            <a:spLocks/>
          </p:cNvSpPr>
          <p:nvPr/>
        </p:nvSpPr>
        <p:spPr bwMode="auto">
          <a:xfrm>
            <a:off x="624243" y="1561801"/>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1</a:t>
            </a:r>
          </a:p>
        </p:txBody>
      </p:sp>
      <p:sp>
        <p:nvSpPr>
          <p:cNvPr id="98" name="Oval 97" descr="icon of a finger pushing a button">
            <a:extLst>
              <a:ext uri="{FF2B5EF4-FFF2-40B4-BE49-F238E27FC236}">
                <a16:creationId xmlns:a16="http://schemas.microsoft.com/office/drawing/2014/main" id="{FB9D4D78-EC2D-5052-0537-EF8AA477E116}"/>
              </a:ext>
            </a:extLst>
          </p:cNvPr>
          <p:cNvSpPr>
            <a:spLocks/>
          </p:cNvSpPr>
          <p:nvPr/>
        </p:nvSpPr>
        <p:spPr bwMode="auto">
          <a:xfrm>
            <a:off x="624243" y="2610357"/>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2</a:t>
            </a:r>
          </a:p>
        </p:txBody>
      </p:sp>
      <p:sp>
        <p:nvSpPr>
          <p:cNvPr id="101" name="Oval 100" descr="icon of a finger pushing a button">
            <a:extLst>
              <a:ext uri="{FF2B5EF4-FFF2-40B4-BE49-F238E27FC236}">
                <a16:creationId xmlns:a16="http://schemas.microsoft.com/office/drawing/2014/main" id="{E06C7E83-F806-C0D7-C7A7-6090B76A8795}"/>
              </a:ext>
            </a:extLst>
          </p:cNvPr>
          <p:cNvSpPr>
            <a:spLocks/>
          </p:cNvSpPr>
          <p:nvPr/>
        </p:nvSpPr>
        <p:spPr bwMode="auto">
          <a:xfrm>
            <a:off x="624243" y="3656520"/>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3</a:t>
            </a:r>
          </a:p>
        </p:txBody>
      </p:sp>
      <p:sp>
        <p:nvSpPr>
          <p:cNvPr id="3" name="TextBox 2">
            <a:extLst>
              <a:ext uri="{FF2B5EF4-FFF2-40B4-BE49-F238E27FC236}">
                <a16:creationId xmlns:a16="http://schemas.microsoft.com/office/drawing/2014/main" id="{A7A334F9-008A-772B-75DD-94814D31A5C5}"/>
              </a:ext>
            </a:extLst>
          </p:cNvPr>
          <p:cNvSpPr txBox="1"/>
          <p:nvPr/>
        </p:nvSpPr>
        <p:spPr>
          <a:xfrm>
            <a:off x="1278673" y="1658721"/>
            <a:ext cx="6094140" cy="363946"/>
          </a:xfrm>
          <a:prstGeom prst="rect">
            <a:avLst/>
          </a:prstGeom>
          <a:noFill/>
        </p:spPr>
        <p:txBody>
          <a:bodyPr wrap="square">
            <a:spAutoFit/>
          </a:bodyPr>
          <a:lstStyle/>
          <a:p>
            <a:pPr marL="0" indent="0">
              <a:buNone/>
            </a:pPr>
            <a:r>
              <a:rPr lang="en-US"/>
              <a:t>Create a storage account and enable static website hosting</a:t>
            </a:r>
          </a:p>
        </p:txBody>
      </p:sp>
      <p:sp>
        <p:nvSpPr>
          <p:cNvPr id="4" name="TextBox 3">
            <a:extLst>
              <a:ext uri="{FF2B5EF4-FFF2-40B4-BE49-F238E27FC236}">
                <a16:creationId xmlns:a16="http://schemas.microsoft.com/office/drawing/2014/main" id="{DB579C9B-F7A4-7E0C-9200-F2877670E307}"/>
              </a:ext>
            </a:extLst>
          </p:cNvPr>
          <p:cNvSpPr txBox="1"/>
          <p:nvPr/>
        </p:nvSpPr>
        <p:spPr>
          <a:xfrm>
            <a:off x="1278673" y="2707277"/>
            <a:ext cx="6094140" cy="363946"/>
          </a:xfrm>
          <a:prstGeom prst="rect">
            <a:avLst/>
          </a:prstGeom>
          <a:noFill/>
        </p:spPr>
        <p:txBody>
          <a:bodyPr wrap="square">
            <a:spAutoFit/>
          </a:bodyPr>
          <a:lstStyle/>
          <a:p>
            <a:pPr marL="0" indent="0">
              <a:buNone/>
            </a:pPr>
            <a:r>
              <a:rPr lang="en-US"/>
              <a:t>Upload HTML content and verify the public endpoint</a:t>
            </a:r>
          </a:p>
        </p:txBody>
      </p:sp>
      <p:sp>
        <p:nvSpPr>
          <p:cNvPr id="5" name="TextBox 4">
            <a:extLst>
              <a:ext uri="{FF2B5EF4-FFF2-40B4-BE49-F238E27FC236}">
                <a16:creationId xmlns:a16="http://schemas.microsoft.com/office/drawing/2014/main" id="{A5B8A17C-B91D-30D4-5E57-41F17094592B}"/>
              </a:ext>
            </a:extLst>
          </p:cNvPr>
          <p:cNvSpPr txBox="1"/>
          <p:nvPr/>
        </p:nvSpPr>
        <p:spPr>
          <a:xfrm>
            <a:off x="1278672" y="3753440"/>
            <a:ext cx="7296615" cy="363946"/>
          </a:xfrm>
          <a:prstGeom prst="rect">
            <a:avLst/>
          </a:prstGeom>
          <a:noFill/>
        </p:spPr>
        <p:txBody>
          <a:bodyPr wrap="square">
            <a:spAutoFit/>
          </a:bodyPr>
          <a:lstStyle/>
          <a:p>
            <a:pPr marL="0" indent="0">
              <a:buNone/>
            </a:pPr>
            <a:r>
              <a:rPr lang="en-US"/>
              <a:t>Update site content and confirm the change is live</a:t>
            </a:r>
          </a:p>
        </p:txBody>
      </p:sp>
    </p:spTree>
    <p:extLst>
      <p:ext uri="{BB962C8B-B14F-4D97-AF65-F5344CB8AC3E}">
        <p14:creationId xmlns:p14="http://schemas.microsoft.com/office/powerpoint/2010/main" val="38852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p:txBody>
          <a:bodyPr/>
          <a:lstStyle/>
          <a:p>
            <a:r>
              <a:rPr lang="en-US" dirty="0"/>
              <a:t>Project: Static website on Blob Storage objectives</a:t>
            </a:r>
          </a:p>
        </p:txBody>
      </p:sp>
      <p:sp>
        <p:nvSpPr>
          <p:cNvPr id="3" name="Text Placeholder 2">
            <a:extLst>
              <a:ext uri="{FF2B5EF4-FFF2-40B4-BE49-F238E27FC236}">
                <a16:creationId xmlns:a16="http://schemas.microsoft.com/office/drawing/2014/main" id="{79D5D1DB-501A-584F-84BD-B088CB1330CA}"/>
              </a:ext>
            </a:extLst>
          </p:cNvPr>
          <p:cNvSpPr>
            <a:spLocks noGrp="1"/>
          </p:cNvSpPr>
          <p:nvPr>
            <p:ph type="body" sz="quarter" idx="15"/>
          </p:nvPr>
        </p:nvSpPr>
        <p:spPr>
          <a:xfrm>
            <a:off x="586389" y="1591056"/>
            <a:ext cx="11013474" cy="1945358"/>
          </a:xfrm>
        </p:spPr>
        <p:txBody>
          <a:bodyPr/>
          <a:lstStyle/>
          <a:p>
            <a:r>
              <a:rPr lang="en-US" dirty="0"/>
              <a:t>Scenario: Publish a product landing page without provisioning VMs or web servers</a:t>
            </a:r>
          </a:p>
          <a:p>
            <a:r>
              <a:rPr lang="en-US" dirty="0"/>
              <a:t>Enable static website hosting on a storage account to create a public endpoint</a:t>
            </a:r>
          </a:p>
          <a:p>
            <a:r>
              <a:rPr lang="en-US" dirty="0"/>
              <a:t>Azure automatically creates a $web container to serve HTML, CSS, and image files</a:t>
            </a:r>
          </a:p>
          <a:p>
            <a:r>
              <a:rPr lang="en-US" dirty="0"/>
              <a:t>Exercise 1: Create a storage account and enable static website hosting</a:t>
            </a:r>
          </a:p>
          <a:p>
            <a:r>
              <a:rPr lang="en-US" dirty="0"/>
              <a:t>Exercise 2: Upload HTML content and verify the live site</a:t>
            </a:r>
          </a:p>
          <a:p>
            <a:r>
              <a:rPr lang="en-US" dirty="0"/>
              <a:t>Exercise 3: Update the site content and confirm the change</a:t>
            </a:r>
          </a:p>
        </p:txBody>
      </p:sp>
      <p:sp>
        <p:nvSpPr>
          <p:cNvPr id="2" name="Footer Placeholder 1">
            <a:extLst>
              <a:ext uri="{FF2B5EF4-FFF2-40B4-BE49-F238E27FC236}">
                <a16:creationId xmlns:a16="http://schemas.microsoft.com/office/drawing/2014/main" id="{8AFBEE60-FD8C-A0CF-7078-D82CFC31F74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0285458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A138F-B90B-4E6A-848D-863F049E2F6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888DB60-9C4B-A0FC-9380-47C2DE63D565}"/>
              </a:ext>
            </a:extLst>
          </p:cNvPr>
          <p:cNvSpPr>
            <a:spLocks noGrp="1"/>
          </p:cNvSpPr>
          <p:nvPr>
            <p:ph type="title"/>
          </p:nvPr>
        </p:nvSpPr>
        <p:spPr/>
        <p:txBody>
          <a:bodyPr/>
          <a:lstStyle/>
          <a:p>
            <a:r>
              <a:rPr lang="en-US" dirty="0"/>
              <a:t>Project: Static website on Blob Storage diagram</a:t>
            </a:r>
          </a:p>
        </p:txBody>
      </p:sp>
      <p:sp>
        <p:nvSpPr>
          <p:cNvPr id="2" name="Footer Placeholder 1">
            <a:extLst>
              <a:ext uri="{FF2B5EF4-FFF2-40B4-BE49-F238E27FC236}">
                <a16:creationId xmlns:a16="http://schemas.microsoft.com/office/drawing/2014/main" id="{7378FAAF-EBE2-3924-36ED-7C840DA17E8B}"/>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0051" name="Picture 51" descr="Diagram showing a static website on Azure Blob Storage with storage account, $web container, and public endpoint">
            <a:extLst>
              <a:ext uri="{FF2B5EF4-FFF2-40B4-BE49-F238E27FC236}">
                <a16:creationId xmlns:a16="http://schemas.microsoft.com/office/drawing/2014/main" id="{C3B5EB6F-1137-3BAD-8C9C-B7DF203A8E9C}"/>
              </a:ext>
            </a:extLst>
          </p:cNvPr>
          <p:cNvPicPr>
            <a:picLocks noChangeAspect="1"/>
          </p:cNvPicPr>
          <p:nvPr/>
        </p:nvPicPr>
        <p:blipFill>
          <a:blip r:embed="rId3"/>
          <a:stretch>
            <a:fillRect/>
          </a:stretch>
        </p:blipFill>
        <p:spPr>
          <a:xfrm>
            <a:off x="579438" y="1462972"/>
            <a:ext cx="11013474" cy="4029320"/>
          </a:xfrm>
          <a:prstGeom prst="rect">
            <a:avLst/>
          </a:prstGeom>
          <a:ln>
            <a:solidFill>
              <a:schemeClr val="tx1"/>
            </a:solidFill>
          </a:ln>
        </p:spPr>
      </p:pic>
    </p:spTree>
    <p:extLst>
      <p:ext uri="{BB962C8B-B14F-4D97-AF65-F5344CB8AC3E}">
        <p14:creationId xmlns:p14="http://schemas.microsoft.com/office/powerpoint/2010/main" val="16921382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369332"/>
          </a:xfrm>
        </p:spPr>
        <p:txBody>
          <a:bodyPr/>
          <a:lstStyle/>
          <a:p>
            <a:r>
              <a:rPr lang="en-US" sz="2400"/>
              <a:t>Knowledge check</a:t>
            </a:r>
          </a:p>
        </p:txBody>
      </p:sp>
      <p:sp>
        <p:nvSpPr>
          <p:cNvPr id="62" name="Oval 61">
            <a:extLst>
              <a:ext uri="{FF2B5EF4-FFF2-40B4-BE49-F238E27FC236}">
                <a16:creationId xmlns:a16="http://schemas.microsoft.com/office/drawing/2014/main" id="{38B2345D-BE89-08EF-61B3-D484C084B9D3}"/>
              </a:ext>
              <a:ext uri="{C183D7F6-B498-43B3-948B-1728B52AA6E4}">
                <adec:decorative xmlns:adec="http://schemas.microsoft.com/office/drawing/2017/decorative" val="1"/>
              </a:ext>
            </a:extLst>
          </p:cNvPr>
          <p:cNvSpPr/>
          <p:nvPr/>
        </p:nvSpPr>
        <p:spPr bwMode="auto">
          <a:xfrm>
            <a:off x="762630" y="1543544"/>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1</a:t>
            </a:r>
            <a:endParaRPr kumimoji="0" lang="en-IN" sz="1800" b="1" i="0" u="none" strike="noStrike" cap="none" spc="0" normalizeH="0" baseline="0" noProof="0">
              <a:ln>
                <a:noFill/>
              </a:ln>
              <a:solidFill>
                <a:schemeClr val="tx1"/>
              </a:solidFill>
              <a:effectLst/>
              <a:uLnTx/>
              <a:uFillTx/>
            </a:endParaRPr>
          </a:p>
        </p:txBody>
      </p:sp>
      <p:sp>
        <p:nvSpPr>
          <p:cNvPr id="45" name="Text Placeholder 44">
            <a:extLst>
              <a:ext uri="{FF2B5EF4-FFF2-40B4-BE49-F238E27FC236}">
                <a16:creationId xmlns:a16="http://schemas.microsoft.com/office/drawing/2014/main" id="{C69EFE34-0D17-CE53-E56C-DE5F9AD2A216}"/>
              </a:ext>
            </a:extLst>
          </p:cNvPr>
          <p:cNvSpPr>
            <a:spLocks noGrp="1"/>
          </p:cNvSpPr>
          <p:nvPr>
            <p:ph type="body" sz="quarter" idx="17"/>
          </p:nvPr>
        </p:nvSpPr>
        <p:spPr>
          <a:xfrm>
            <a:off x="1235075" y="1595378"/>
            <a:ext cx="8778782" cy="215444"/>
          </a:xfrm>
        </p:spPr>
        <p:txBody>
          <a:bodyPr/>
          <a:lstStyle/>
          <a:p>
            <a:r>
              <a:rPr lang="en-US"/>
              <a:t>What must you enable on a storage account before it can serve static website content?</a:t>
            </a:r>
          </a:p>
        </p:txBody>
      </p:sp>
      <p:sp>
        <p:nvSpPr>
          <p:cNvPr id="44" name="Text Placeholder 43">
            <a:extLst>
              <a:ext uri="{FF2B5EF4-FFF2-40B4-BE49-F238E27FC236}">
                <a16:creationId xmlns:a16="http://schemas.microsoft.com/office/drawing/2014/main" id="{FF4FDC0E-CA8C-D089-FEBB-097944DE30EA}"/>
              </a:ext>
            </a:extLst>
          </p:cNvPr>
          <p:cNvSpPr>
            <a:spLocks noGrp="1"/>
          </p:cNvSpPr>
          <p:nvPr>
            <p:ph type="body" sz="quarter" idx="15"/>
          </p:nvPr>
        </p:nvSpPr>
        <p:spPr>
          <a:xfrm>
            <a:off x="1237265" y="1862656"/>
            <a:ext cx="8775098" cy="215444"/>
          </a:xfrm>
        </p:spPr>
        <p:txBody>
          <a:bodyPr/>
          <a:lstStyle/>
          <a:p>
            <a:r>
              <a:rPr lang="en-US"/>
              <a:t>Blob versioning</a:t>
            </a:r>
          </a:p>
          <a:p>
            <a:r>
              <a:rPr lang="en-US"/>
              <a:t>Static website hosting</a:t>
            </a:r>
          </a:p>
          <a:p>
            <a:r>
              <a:rPr lang="en-US"/>
              <a:t>Azure CDN integration</a:t>
            </a:r>
          </a:p>
        </p:txBody>
      </p:sp>
      <p:sp>
        <p:nvSpPr>
          <p:cNvPr id="65" name="Oval 64">
            <a:extLst>
              <a:ext uri="{FF2B5EF4-FFF2-40B4-BE49-F238E27FC236}">
                <a16:creationId xmlns:a16="http://schemas.microsoft.com/office/drawing/2014/main" id="{3913CA8F-39A3-053F-2538-5DE3EB1A2660}"/>
              </a:ext>
              <a:ext uri="{C183D7F6-B498-43B3-948B-1728B52AA6E4}">
                <adec:decorative xmlns:adec="http://schemas.microsoft.com/office/drawing/2017/decorative" val="1"/>
              </a:ext>
            </a:extLst>
          </p:cNvPr>
          <p:cNvSpPr/>
          <p:nvPr/>
        </p:nvSpPr>
        <p:spPr bwMode="auto">
          <a:xfrm>
            <a:off x="762630" y="29845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2</a:t>
            </a:r>
            <a:endParaRPr kumimoji="0" lang="en-IN" sz="1800" b="1" i="0" u="none" strike="noStrike" cap="none" spc="0" normalizeH="0" baseline="0" noProof="0">
              <a:ln>
                <a:noFill/>
              </a:ln>
              <a:solidFill>
                <a:schemeClr val="tx1"/>
              </a:solidFill>
              <a:effectLst/>
              <a:uLnTx/>
              <a:uFillTx/>
            </a:endParaRPr>
          </a:p>
        </p:txBody>
      </p:sp>
      <p:sp>
        <p:nvSpPr>
          <p:cNvPr id="48" name="Text Placeholder 47">
            <a:extLst>
              <a:ext uri="{FF2B5EF4-FFF2-40B4-BE49-F238E27FC236}">
                <a16:creationId xmlns:a16="http://schemas.microsoft.com/office/drawing/2014/main" id="{65456690-3FCA-6CB0-2BF8-0E246247B3FC}"/>
              </a:ext>
            </a:extLst>
          </p:cNvPr>
          <p:cNvSpPr>
            <a:spLocks noGrp="1"/>
          </p:cNvSpPr>
          <p:nvPr>
            <p:ph type="body" sz="quarter" idx="22"/>
          </p:nvPr>
        </p:nvSpPr>
        <p:spPr>
          <a:xfrm>
            <a:off x="1235075" y="3042690"/>
            <a:ext cx="8778782" cy="215444"/>
          </a:xfrm>
        </p:spPr>
        <p:txBody>
          <a:bodyPr/>
          <a:lstStyle/>
          <a:p>
            <a:r>
              <a:rPr lang="en-US"/>
              <a:t>Where does Azure store the files for a static website hosted in Blob Storage?</a:t>
            </a:r>
          </a:p>
        </p:txBody>
      </p:sp>
      <p:sp>
        <p:nvSpPr>
          <p:cNvPr id="49" name="Text Placeholder 48">
            <a:extLst>
              <a:ext uri="{FF2B5EF4-FFF2-40B4-BE49-F238E27FC236}">
                <a16:creationId xmlns:a16="http://schemas.microsoft.com/office/drawing/2014/main" id="{A28FE2C3-AD85-D5CF-2BC2-01C5A98D45F1}"/>
              </a:ext>
            </a:extLst>
          </p:cNvPr>
          <p:cNvSpPr>
            <a:spLocks noGrp="1"/>
          </p:cNvSpPr>
          <p:nvPr>
            <p:ph type="body" sz="quarter" idx="23"/>
          </p:nvPr>
        </p:nvSpPr>
        <p:spPr>
          <a:xfrm>
            <a:off x="1237265" y="3319716"/>
            <a:ext cx="8775098" cy="717742"/>
          </a:xfrm>
        </p:spPr>
        <p:txBody>
          <a:bodyPr/>
          <a:lstStyle/>
          <a:p>
            <a:r>
              <a:rPr lang="en-US"/>
              <a:t>A container named blob-website</a:t>
            </a:r>
          </a:p>
          <a:p>
            <a:r>
              <a:rPr lang="en-US"/>
              <a:t>The root of the storage account</a:t>
            </a:r>
          </a:p>
          <a:p>
            <a:r>
              <a:rPr lang="en-US"/>
              <a:t>A container named $web</a:t>
            </a:r>
          </a:p>
        </p:txBody>
      </p:sp>
      <p:sp>
        <p:nvSpPr>
          <p:cNvPr id="68" name="Oval 67">
            <a:extLst>
              <a:ext uri="{FF2B5EF4-FFF2-40B4-BE49-F238E27FC236}">
                <a16:creationId xmlns:a16="http://schemas.microsoft.com/office/drawing/2014/main" id="{777A37B6-A9CB-BB4A-87B0-45F6FCC1E385}"/>
              </a:ext>
              <a:ext uri="{C183D7F6-B498-43B3-948B-1728B52AA6E4}">
                <adec:decorative xmlns:adec="http://schemas.microsoft.com/office/drawing/2017/decorative" val="1"/>
              </a:ext>
            </a:extLst>
          </p:cNvPr>
          <p:cNvSpPr/>
          <p:nvPr/>
        </p:nvSpPr>
        <p:spPr bwMode="auto">
          <a:xfrm>
            <a:off x="762630" y="45339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3</a:t>
            </a:r>
            <a:endParaRPr kumimoji="0" lang="en-IN" sz="1800" b="1" i="0" u="none" strike="noStrike" cap="none" spc="0" normalizeH="0" baseline="0" noProof="0">
              <a:ln>
                <a:noFill/>
              </a:ln>
              <a:solidFill>
                <a:schemeClr val="tx1"/>
              </a:solidFill>
              <a:effectLst/>
              <a:uLnTx/>
              <a:uFillTx/>
            </a:endParaRPr>
          </a:p>
        </p:txBody>
      </p:sp>
      <p:sp>
        <p:nvSpPr>
          <p:cNvPr id="46" name="Text Placeholder 45">
            <a:extLst>
              <a:ext uri="{FF2B5EF4-FFF2-40B4-BE49-F238E27FC236}">
                <a16:creationId xmlns:a16="http://schemas.microsoft.com/office/drawing/2014/main" id="{3D98EEE8-67D1-2D3E-7391-CC832A8EBAD7}"/>
              </a:ext>
            </a:extLst>
          </p:cNvPr>
          <p:cNvSpPr>
            <a:spLocks noGrp="1"/>
          </p:cNvSpPr>
          <p:nvPr>
            <p:ph type="body" sz="quarter" idx="20"/>
          </p:nvPr>
        </p:nvSpPr>
        <p:spPr>
          <a:xfrm>
            <a:off x="1235075" y="4548993"/>
            <a:ext cx="8778782" cy="215444"/>
          </a:xfrm>
        </p:spPr>
        <p:txBody>
          <a:bodyPr/>
          <a:lstStyle/>
          <a:p>
            <a:r>
              <a:rPr lang="en-US"/>
              <a:t>What happens when you upload an updated file to the $web container?</a:t>
            </a:r>
          </a:p>
        </p:txBody>
      </p:sp>
      <p:sp>
        <p:nvSpPr>
          <p:cNvPr id="47" name="Text Placeholder 46">
            <a:extLst>
              <a:ext uri="{FF2B5EF4-FFF2-40B4-BE49-F238E27FC236}">
                <a16:creationId xmlns:a16="http://schemas.microsoft.com/office/drawing/2014/main" id="{186FE5B3-66E9-C9E3-BB22-698F0D137014}"/>
              </a:ext>
            </a:extLst>
          </p:cNvPr>
          <p:cNvSpPr>
            <a:spLocks noGrp="1"/>
          </p:cNvSpPr>
          <p:nvPr>
            <p:ph type="body" sz="quarter" idx="21"/>
          </p:nvPr>
        </p:nvSpPr>
        <p:spPr>
          <a:xfrm>
            <a:off x="1237265" y="4764437"/>
            <a:ext cx="8775098" cy="718092"/>
          </a:xfrm>
        </p:spPr>
        <p:txBody>
          <a:bodyPr/>
          <a:lstStyle/>
          <a:p>
            <a:r>
              <a:rPr lang="en-US"/>
              <a:t>You must redeploy the storage account</a:t>
            </a:r>
          </a:p>
          <a:p>
            <a:r>
              <a:rPr lang="en-US"/>
              <a:t>The updated content is available without redeployment</a:t>
            </a:r>
          </a:p>
          <a:p>
            <a:r>
              <a:rPr lang="en-US"/>
              <a:t>The previous version enters a staging state</a:t>
            </a:r>
          </a:p>
        </p:txBody>
      </p:sp>
    </p:spTree>
    <p:extLst>
      <p:ext uri="{BB962C8B-B14F-4D97-AF65-F5344CB8AC3E}">
        <p14:creationId xmlns:p14="http://schemas.microsoft.com/office/powerpoint/2010/main" val="42648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384610"/>
            <a:ext cx="6345239" cy="615553"/>
          </a:xfrm>
        </p:spPr>
        <p:txBody>
          <a:bodyPr/>
          <a:lstStyle/>
          <a:p>
            <a:r>
              <a:rPr lang="en-US"/>
              <a:t>Guided project: Organize and protect resources with tags and locks</a:t>
            </a:r>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492443"/>
          </a:xfrm>
        </p:spPr>
        <p:txBody>
          <a:bodyPr/>
          <a:lstStyle/>
          <a:p>
            <a:r>
              <a:rPr lang="en-US"/>
              <a:t>Learning Objectives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88262" y="1078992"/>
            <a:ext cx="8193024" cy="24622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After completing this module, you will be able to:</a:t>
            </a:r>
          </a:p>
        </p:txBody>
      </p:sp>
      <p:sp>
        <p:nvSpPr>
          <p:cNvPr id="80" name="Oval 79" descr="icon of a finger pushing a button">
            <a:extLst>
              <a:ext uri="{FF2B5EF4-FFF2-40B4-BE49-F238E27FC236}">
                <a16:creationId xmlns:a16="http://schemas.microsoft.com/office/drawing/2014/main" id="{71DB8D22-926F-853E-F0C8-764493609A16}"/>
              </a:ext>
            </a:extLst>
          </p:cNvPr>
          <p:cNvSpPr>
            <a:spLocks/>
          </p:cNvSpPr>
          <p:nvPr/>
        </p:nvSpPr>
        <p:spPr bwMode="auto">
          <a:xfrm>
            <a:off x="624243" y="1561801"/>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1</a:t>
            </a:r>
          </a:p>
        </p:txBody>
      </p:sp>
      <p:sp>
        <p:nvSpPr>
          <p:cNvPr id="98" name="Oval 97" descr="icon of a finger pushing a button">
            <a:extLst>
              <a:ext uri="{FF2B5EF4-FFF2-40B4-BE49-F238E27FC236}">
                <a16:creationId xmlns:a16="http://schemas.microsoft.com/office/drawing/2014/main" id="{FB9D4D78-EC2D-5052-0537-EF8AA477E116}"/>
              </a:ext>
            </a:extLst>
          </p:cNvPr>
          <p:cNvSpPr>
            <a:spLocks/>
          </p:cNvSpPr>
          <p:nvPr/>
        </p:nvSpPr>
        <p:spPr bwMode="auto">
          <a:xfrm>
            <a:off x="624243" y="2610357"/>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2</a:t>
            </a:r>
          </a:p>
        </p:txBody>
      </p:sp>
      <p:sp>
        <p:nvSpPr>
          <p:cNvPr id="101" name="Oval 100" descr="icon of a finger pushing a button">
            <a:extLst>
              <a:ext uri="{FF2B5EF4-FFF2-40B4-BE49-F238E27FC236}">
                <a16:creationId xmlns:a16="http://schemas.microsoft.com/office/drawing/2014/main" id="{E06C7E83-F806-C0D7-C7A7-6090B76A8795}"/>
              </a:ext>
            </a:extLst>
          </p:cNvPr>
          <p:cNvSpPr>
            <a:spLocks/>
          </p:cNvSpPr>
          <p:nvPr/>
        </p:nvSpPr>
        <p:spPr bwMode="auto">
          <a:xfrm>
            <a:off x="624243" y="3656520"/>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3</a:t>
            </a:r>
          </a:p>
        </p:txBody>
      </p:sp>
      <p:sp>
        <p:nvSpPr>
          <p:cNvPr id="3" name="TextBox 2">
            <a:extLst>
              <a:ext uri="{FF2B5EF4-FFF2-40B4-BE49-F238E27FC236}">
                <a16:creationId xmlns:a16="http://schemas.microsoft.com/office/drawing/2014/main" id="{A7A334F9-008A-772B-75DD-94814D31A5C5}"/>
              </a:ext>
            </a:extLst>
          </p:cNvPr>
          <p:cNvSpPr txBox="1"/>
          <p:nvPr/>
        </p:nvSpPr>
        <p:spPr>
          <a:xfrm>
            <a:off x="1278673" y="1658721"/>
            <a:ext cx="6094140" cy="363946"/>
          </a:xfrm>
          <a:prstGeom prst="rect">
            <a:avLst/>
          </a:prstGeom>
          <a:noFill/>
        </p:spPr>
        <p:txBody>
          <a:bodyPr wrap="square">
            <a:spAutoFit/>
          </a:bodyPr>
          <a:lstStyle/>
          <a:p>
            <a:pPr marL="0" indent="0">
              <a:buNone/>
            </a:pPr>
            <a:r>
              <a:rPr lang="en-US"/>
              <a:t>Create resources and apply tags for organization and cost tracking</a:t>
            </a:r>
          </a:p>
        </p:txBody>
      </p:sp>
      <p:sp>
        <p:nvSpPr>
          <p:cNvPr id="4" name="TextBox 3">
            <a:extLst>
              <a:ext uri="{FF2B5EF4-FFF2-40B4-BE49-F238E27FC236}">
                <a16:creationId xmlns:a16="http://schemas.microsoft.com/office/drawing/2014/main" id="{DB579C9B-F7A4-7E0C-9200-F2877670E307}"/>
              </a:ext>
            </a:extLst>
          </p:cNvPr>
          <p:cNvSpPr txBox="1"/>
          <p:nvPr/>
        </p:nvSpPr>
        <p:spPr>
          <a:xfrm>
            <a:off x="1278673" y="2707277"/>
            <a:ext cx="6094140" cy="363946"/>
          </a:xfrm>
          <a:prstGeom prst="rect">
            <a:avLst/>
          </a:prstGeom>
          <a:noFill/>
        </p:spPr>
        <p:txBody>
          <a:bodyPr wrap="square">
            <a:spAutoFit/>
          </a:bodyPr>
          <a:lstStyle/>
          <a:p>
            <a:pPr marL="0" indent="0">
              <a:buNone/>
            </a:pPr>
            <a:r>
              <a:rPr lang="en-US"/>
              <a:t>Apply a delete lock to prevent accidental resource removal</a:t>
            </a:r>
          </a:p>
        </p:txBody>
      </p:sp>
      <p:sp>
        <p:nvSpPr>
          <p:cNvPr id="5" name="TextBox 4">
            <a:extLst>
              <a:ext uri="{FF2B5EF4-FFF2-40B4-BE49-F238E27FC236}">
                <a16:creationId xmlns:a16="http://schemas.microsoft.com/office/drawing/2014/main" id="{A5B8A17C-B91D-30D4-5E57-41F17094592B}"/>
              </a:ext>
            </a:extLst>
          </p:cNvPr>
          <p:cNvSpPr txBox="1"/>
          <p:nvPr/>
        </p:nvSpPr>
        <p:spPr>
          <a:xfrm>
            <a:off x="1278672" y="3753440"/>
            <a:ext cx="7296615" cy="363946"/>
          </a:xfrm>
          <a:prstGeom prst="rect">
            <a:avLst/>
          </a:prstGeom>
          <a:noFill/>
        </p:spPr>
        <p:txBody>
          <a:bodyPr wrap="square">
            <a:spAutoFit/>
          </a:bodyPr>
          <a:lstStyle/>
          <a:p>
            <a:pPr marL="0" indent="0">
              <a:buNone/>
            </a:pPr>
            <a:r>
              <a:rPr lang="en-US"/>
              <a:t>Test lock enforcement and then remove the lock</a:t>
            </a:r>
          </a:p>
        </p:txBody>
      </p:sp>
    </p:spTree>
    <p:extLst>
      <p:ext uri="{BB962C8B-B14F-4D97-AF65-F5344CB8AC3E}">
        <p14:creationId xmlns:p14="http://schemas.microsoft.com/office/powerpoint/2010/main" val="38852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p:txBody>
          <a:bodyPr/>
          <a:lstStyle/>
          <a:p>
            <a:r>
              <a:rPr lang="en-US" dirty="0"/>
              <a:t>Project: Tags and locks for governance objectives</a:t>
            </a:r>
          </a:p>
        </p:txBody>
      </p:sp>
      <p:sp>
        <p:nvSpPr>
          <p:cNvPr id="3" name="Text Placeholder 2">
            <a:extLst>
              <a:ext uri="{FF2B5EF4-FFF2-40B4-BE49-F238E27FC236}">
                <a16:creationId xmlns:a16="http://schemas.microsoft.com/office/drawing/2014/main" id="{79D5D1DB-501A-584F-84BD-B088CB1330CA}"/>
              </a:ext>
            </a:extLst>
          </p:cNvPr>
          <p:cNvSpPr>
            <a:spLocks noGrp="1"/>
          </p:cNvSpPr>
          <p:nvPr>
            <p:ph type="body" sz="quarter" idx="15"/>
          </p:nvPr>
        </p:nvSpPr>
        <p:spPr/>
        <p:txBody>
          <a:bodyPr/>
          <a:lstStyle/>
          <a:p>
            <a:r>
              <a:rPr lang="en-US"/>
              <a:t>Scenario: Set up a shared Azure environment with organized and protected resources</a:t>
            </a:r>
          </a:p>
          <a:p>
            <a:r>
              <a:rPr lang="en-US"/>
              <a:t>Tags are key-value pairs for cost reporting, ownership tracking, and governance</a:t>
            </a:r>
          </a:p>
          <a:p>
            <a:r>
              <a:rPr lang="en-US"/>
              <a:t>Locks prevent accidental modification or deletion, even for users with full permissions</a:t>
            </a:r>
          </a:p>
          <a:p>
            <a:r>
              <a:rPr lang="en-US"/>
              <a:t>Exercise 1: Create resources and apply organizational tags</a:t>
            </a:r>
          </a:p>
          <a:p>
            <a:r>
              <a:rPr lang="en-US"/>
              <a:t>Exercise 2: Apply resource locks to prevent accidental changes</a:t>
            </a:r>
          </a:p>
          <a:p>
            <a:r>
              <a:rPr lang="en-US"/>
              <a:t>Exercise 3: Test lock enforcement and confirm the full lock lifecycle</a:t>
            </a:r>
          </a:p>
        </p:txBody>
      </p:sp>
      <p:sp>
        <p:nvSpPr>
          <p:cNvPr id="2" name="Footer Placeholder 1">
            <a:extLst>
              <a:ext uri="{FF2B5EF4-FFF2-40B4-BE49-F238E27FC236}">
                <a16:creationId xmlns:a16="http://schemas.microsoft.com/office/drawing/2014/main" id="{8AFBEE60-FD8C-A0CF-7078-D82CFC31F74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028545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72DE7-3EF3-142D-4DBC-D1F3E113106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C537397-1125-4423-F468-413E784857D5}"/>
              </a:ext>
            </a:extLst>
          </p:cNvPr>
          <p:cNvSpPr>
            <a:spLocks noGrp="1"/>
          </p:cNvSpPr>
          <p:nvPr>
            <p:ph type="title"/>
          </p:nvPr>
        </p:nvSpPr>
        <p:spPr/>
        <p:txBody>
          <a:bodyPr/>
          <a:lstStyle/>
          <a:p>
            <a:r>
              <a:rPr lang="en-US" dirty="0"/>
              <a:t>Project: Tags and locks for governance diagram</a:t>
            </a:r>
          </a:p>
        </p:txBody>
      </p:sp>
      <p:sp>
        <p:nvSpPr>
          <p:cNvPr id="2" name="Footer Placeholder 1">
            <a:extLst>
              <a:ext uri="{FF2B5EF4-FFF2-40B4-BE49-F238E27FC236}">
                <a16:creationId xmlns:a16="http://schemas.microsoft.com/office/drawing/2014/main" id="{7342D471-AA1A-40A2-6A35-10250EC06C9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0052" name="Picture 52" descr="Diagram showing how tags and locks are applied to a resource group and storage accounts for organization and protection">
            <a:extLst>
              <a:ext uri="{FF2B5EF4-FFF2-40B4-BE49-F238E27FC236}">
                <a16:creationId xmlns:a16="http://schemas.microsoft.com/office/drawing/2014/main" id="{1755266B-BDB3-FC20-EB38-7E05EA57F5DE}"/>
              </a:ext>
            </a:extLst>
          </p:cNvPr>
          <p:cNvPicPr>
            <a:picLocks noChangeAspect="1"/>
          </p:cNvPicPr>
          <p:nvPr/>
        </p:nvPicPr>
        <p:blipFill>
          <a:blip r:embed="rId3"/>
          <a:stretch>
            <a:fillRect/>
          </a:stretch>
        </p:blipFill>
        <p:spPr>
          <a:xfrm>
            <a:off x="984472" y="1021027"/>
            <a:ext cx="10223056" cy="5230400"/>
          </a:xfrm>
          <a:prstGeom prst="rect">
            <a:avLst/>
          </a:prstGeom>
        </p:spPr>
      </p:pic>
    </p:spTree>
    <p:extLst>
      <p:ext uri="{BB962C8B-B14F-4D97-AF65-F5344CB8AC3E}">
        <p14:creationId xmlns:p14="http://schemas.microsoft.com/office/powerpoint/2010/main" val="397536391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369332"/>
          </a:xfrm>
        </p:spPr>
        <p:txBody>
          <a:bodyPr/>
          <a:lstStyle/>
          <a:p>
            <a:r>
              <a:rPr lang="en-US" sz="2400"/>
              <a:t>Knowledge check</a:t>
            </a:r>
          </a:p>
        </p:txBody>
      </p:sp>
      <p:sp>
        <p:nvSpPr>
          <p:cNvPr id="62" name="Oval 61">
            <a:extLst>
              <a:ext uri="{FF2B5EF4-FFF2-40B4-BE49-F238E27FC236}">
                <a16:creationId xmlns:a16="http://schemas.microsoft.com/office/drawing/2014/main" id="{38B2345D-BE89-08EF-61B3-D484C084B9D3}"/>
              </a:ext>
              <a:ext uri="{C183D7F6-B498-43B3-948B-1728B52AA6E4}">
                <adec:decorative xmlns:adec="http://schemas.microsoft.com/office/drawing/2017/decorative" val="1"/>
              </a:ext>
            </a:extLst>
          </p:cNvPr>
          <p:cNvSpPr/>
          <p:nvPr/>
        </p:nvSpPr>
        <p:spPr bwMode="auto">
          <a:xfrm>
            <a:off x="762630" y="1543544"/>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1</a:t>
            </a:r>
            <a:endParaRPr kumimoji="0" lang="en-IN" sz="1800" b="1" i="0" u="none" strike="noStrike" cap="none" spc="0" normalizeH="0" baseline="0" noProof="0">
              <a:ln>
                <a:noFill/>
              </a:ln>
              <a:solidFill>
                <a:schemeClr val="tx1"/>
              </a:solidFill>
              <a:effectLst/>
              <a:uLnTx/>
              <a:uFillTx/>
            </a:endParaRPr>
          </a:p>
        </p:txBody>
      </p:sp>
      <p:sp>
        <p:nvSpPr>
          <p:cNvPr id="45" name="Text Placeholder 44">
            <a:extLst>
              <a:ext uri="{FF2B5EF4-FFF2-40B4-BE49-F238E27FC236}">
                <a16:creationId xmlns:a16="http://schemas.microsoft.com/office/drawing/2014/main" id="{C69EFE34-0D17-CE53-E56C-DE5F9AD2A216}"/>
              </a:ext>
            </a:extLst>
          </p:cNvPr>
          <p:cNvSpPr>
            <a:spLocks noGrp="1"/>
          </p:cNvSpPr>
          <p:nvPr>
            <p:ph type="body" sz="quarter" idx="17"/>
          </p:nvPr>
        </p:nvSpPr>
        <p:spPr>
          <a:xfrm>
            <a:off x="1235075" y="1595378"/>
            <a:ext cx="8778782" cy="215444"/>
          </a:xfrm>
        </p:spPr>
        <p:txBody>
          <a:bodyPr/>
          <a:lstStyle/>
          <a:p>
            <a:r>
              <a:rPr lang="en-US"/>
              <a:t>What is the primary purpose of applying resource tags in Azure?</a:t>
            </a:r>
          </a:p>
        </p:txBody>
      </p:sp>
      <p:sp>
        <p:nvSpPr>
          <p:cNvPr id="44" name="Text Placeholder 43">
            <a:extLst>
              <a:ext uri="{FF2B5EF4-FFF2-40B4-BE49-F238E27FC236}">
                <a16:creationId xmlns:a16="http://schemas.microsoft.com/office/drawing/2014/main" id="{FF4FDC0E-CA8C-D089-FEBB-097944DE30EA}"/>
              </a:ext>
            </a:extLst>
          </p:cNvPr>
          <p:cNvSpPr>
            <a:spLocks noGrp="1"/>
          </p:cNvSpPr>
          <p:nvPr>
            <p:ph type="body" sz="quarter" idx="15"/>
          </p:nvPr>
        </p:nvSpPr>
        <p:spPr>
          <a:xfrm>
            <a:off x="1237265" y="1862656"/>
            <a:ext cx="8775098" cy="215444"/>
          </a:xfrm>
        </p:spPr>
        <p:txBody>
          <a:bodyPr/>
          <a:lstStyle/>
          <a:p>
            <a:r>
              <a:rPr lang="en-US"/>
              <a:t>To restrict who can access a resource</a:t>
            </a:r>
          </a:p>
          <a:p>
            <a:r>
              <a:rPr lang="en-US"/>
              <a:t>To organize resources for cost tracking and management</a:t>
            </a:r>
          </a:p>
          <a:p>
            <a:r>
              <a:rPr lang="en-US"/>
              <a:t>To prevent resources from being deleted</a:t>
            </a:r>
          </a:p>
        </p:txBody>
      </p:sp>
      <p:sp>
        <p:nvSpPr>
          <p:cNvPr id="65" name="Oval 64">
            <a:extLst>
              <a:ext uri="{FF2B5EF4-FFF2-40B4-BE49-F238E27FC236}">
                <a16:creationId xmlns:a16="http://schemas.microsoft.com/office/drawing/2014/main" id="{3913CA8F-39A3-053F-2538-5DE3EB1A2660}"/>
              </a:ext>
              <a:ext uri="{C183D7F6-B498-43B3-948B-1728B52AA6E4}">
                <adec:decorative xmlns:adec="http://schemas.microsoft.com/office/drawing/2017/decorative" val="1"/>
              </a:ext>
            </a:extLst>
          </p:cNvPr>
          <p:cNvSpPr/>
          <p:nvPr/>
        </p:nvSpPr>
        <p:spPr bwMode="auto">
          <a:xfrm>
            <a:off x="762630" y="29845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2</a:t>
            </a:r>
            <a:endParaRPr kumimoji="0" lang="en-IN" sz="1800" b="1" i="0" u="none" strike="noStrike" cap="none" spc="0" normalizeH="0" baseline="0" noProof="0">
              <a:ln>
                <a:noFill/>
              </a:ln>
              <a:solidFill>
                <a:schemeClr val="tx1"/>
              </a:solidFill>
              <a:effectLst/>
              <a:uLnTx/>
              <a:uFillTx/>
            </a:endParaRPr>
          </a:p>
        </p:txBody>
      </p:sp>
      <p:sp>
        <p:nvSpPr>
          <p:cNvPr id="48" name="Text Placeholder 47">
            <a:extLst>
              <a:ext uri="{FF2B5EF4-FFF2-40B4-BE49-F238E27FC236}">
                <a16:creationId xmlns:a16="http://schemas.microsoft.com/office/drawing/2014/main" id="{65456690-3FCA-6CB0-2BF8-0E246247B3FC}"/>
              </a:ext>
            </a:extLst>
          </p:cNvPr>
          <p:cNvSpPr>
            <a:spLocks noGrp="1"/>
          </p:cNvSpPr>
          <p:nvPr>
            <p:ph type="body" sz="quarter" idx="22"/>
          </p:nvPr>
        </p:nvSpPr>
        <p:spPr>
          <a:xfrm>
            <a:off x="1235075" y="3042690"/>
            <a:ext cx="8778782" cy="215444"/>
          </a:xfrm>
        </p:spPr>
        <p:txBody>
          <a:bodyPr/>
          <a:lstStyle/>
          <a:p>
            <a:r>
              <a:rPr lang="en-US"/>
              <a:t>What does a read-only resource lock prevent?</a:t>
            </a:r>
          </a:p>
        </p:txBody>
      </p:sp>
      <p:sp>
        <p:nvSpPr>
          <p:cNvPr id="49" name="Text Placeholder 48">
            <a:extLst>
              <a:ext uri="{FF2B5EF4-FFF2-40B4-BE49-F238E27FC236}">
                <a16:creationId xmlns:a16="http://schemas.microsoft.com/office/drawing/2014/main" id="{A28FE2C3-AD85-D5CF-2BC2-01C5A98D45F1}"/>
              </a:ext>
            </a:extLst>
          </p:cNvPr>
          <p:cNvSpPr>
            <a:spLocks noGrp="1"/>
          </p:cNvSpPr>
          <p:nvPr>
            <p:ph type="body" sz="quarter" idx="23"/>
          </p:nvPr>
        </p:nvSpPr>
        <p:spPr>
          <a:xfrm>
            <a:off x="1237265" y="3319716"/>
            <a:ext cx="8775098" cy="717742"/>
          </a:xfrm>
        </p:spPr>
        <p:txBody>
          <a:bodyPr/>
          <a:lstStyle/>
          <a:p>
            <a:r>
              <a:rPr lang="en-US"/>
              <a:t>Only deletion of the resource</a:t>
            </a:r>
          </a:p>
          <a:p>
            <a:r>
              <a:rPr lang="en-US"/>
              <a:t>Modifications and deletion of the resource</a:t>
            </a:r>
          </a:p>
          <a:p>
            <a:r>
              <a:rPr lang="en-US"/>
              <a:t>All access to the resource including viewing</a:t>
            </a:r>
          </a:p>
        </p:txBody>
      </p:sp>
      <p:sp>
        <p:nvSpPr>
          <p:cNvPr id="68" name="Oval 67">
            <a:extLst>
              <a:ext uri="{FF2B5EF4-FFF2-40B4-BE49-F238E27FC236}">
                <a16:creationId xmlns:a16="http://schemas.microsoft.com/office/drawing/2014/main" id="{777A37B6-A9CB-BB4A-87B0-45F6FCC1E385}"/>
              </a:ext>
              <a:ext uri="{C183D7F6-B498-43B3-948B-1728B52AA6E4}">
                <adec:decorative xmlns:adec="http://schemas.microsoft.com/office/drawing/2017/decorative" val="1"/>
              </a:ext>
            </a:extLst>
          </p:cNvPr>
          <p:cNvSpPr/>
          <p:nvPr/>
        </p:nvSpPr>
        <p:spPr bwMode="auto">
          <a:xfrm>
            <a:off x="762630" y="45339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3</a:t>
            </a:r>
            <a:endParaRPr kumimoji="0" lang="en-IN" sz="1800" b="1" i="0" u="none" strike="noStrike" cap="none" spc="0" normalizeH="0" baseline="0" noProof="0">
              <a:ln>
                <a:noFill/>
              </a:ln>
              <a:solidFill>
                <a:schemeClr val="tx1"/>
              </a:solidFill>
              <a:effectLst/>
              <a:uLnTx/>
              <a:uFillTx/>
            </a:endParaRPr>
          </a:p>
        </p:txBody>
      </p:sp>
      <p:sp>
        <p:nvSpPr>
          <p:cNvPr id="46" name="Text Placeholder 45">
            <a:extLst>
              <a:ext uri="{FF2B5EF4-FFF2-40B4-BE49-F238E27FC236}">
                <a16:creationId xmlns:a16="http://schemas.microsoft.com/office/drawing/2014/main" id="{3D98EEE8-67D1-2D3E-7391-CC832A8EBAD7}"/>
              </a:ext>
            </a:extLst>
          </p:cNvPr>
          <p:cNvSpPr>
            <a:spLocks noGrp="1"/>
          </p:cNvSpPr>
          <p:nvPr>
            <p:ph type="body" sz="quarter" idx="20"/>
          </p:nvPr>
        </p:nvSpPr>
        <p:spPr>
          <a:xfrm>
            <a:off x="1235075" y="4548993"/>
            <a:ext cx="8778782" cy="215444"/>
          </a:xfrm>
        </p:spPr>
        <p:txBody>
          <a:bodyPr/>
          <a:lstStyle/>
          <a:p>
            <a:r>
              <a:rPr lang="en-US"/>
              <a:t>What must you do before you can delete a resource that has a delete lock?</a:t>
            </a:r>
          </a:p>
        </p:txBody>
      </p:sp>
      <p:sp>
        <p:nvSpPr>
          <p:cNvPr id="47" name="Text Placeholder 46">
            <a:extLst>
              <a:ext uri="{FF2B5EF4-FFF2-40B4-BE49-F238E27FC236}">
                <a16:creationId xmlns:a16="http://schemas.microsoft.com/office/drawing/2014/main" id="{186FE5B3-66E9-C9E3-BB22-698F0D137014}"/>
              </a:ext>
            </a:extLst>
          </p:cNvPr>
          <p:cNvSpPr>
            <a:spLocks noGrp="1"/>
          </p:cNvSpPr>
          <p:nvPr>
            <p:ph type="body" sz="quarter" idx="21"/>
          </p:nvPr>
        </p:nvSpPr>
        <p:spPr>
          <a:xfrm>
            <a:off x="1237265" y="4764437"/>
            <a:ext cx="8775098" cy="718092"/>
          </a:xfrm>
        </p:spPr>
        <p:txBody>
          <a:bodyPr/>
          <a:lstStyle/>
          <a:p>
            <a:r>
              <a:rPr lang="en-US"/>
              <a:t>Disable the lock using Azure Policy</a:t>
            </a:r>
          </a:p>
          <a:p>
            <a:r>
              <a:rPr lang="en-US"/>
              <a:t>Contact Azure Support to override the lock</a:t>
            </a:r>
          </a:p>
          <a:p>
            <a:r>
              <a:rPr lang="en-US"/>
              <a:t>Remove the lock first</a:t>
            </a:r>
          </a:p>
        </p:txBody>
      </p:sp>
    </p:spTree>
    <p:extLst>
      <p:ext uri="{BB962C8B-B14F-4D97-AF65-F5344CB8AC3E}">
        <p14:creationId xmlns:p14="http://schemas.microsoft.com/office/powerpoint/2010/main" val="42648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384610"/>
            <a:ext cx="6345239" cy="615553"/>
          </a:xfrm>
        </p:spPr>
        <p:txBody>
          <a:bodyPr/>
          <a:lstStyle/>
          <a:p>
            <a:r>
              <a:rPr lang="en-US"/>
              <a:t>Guided project: Build a simple website endpoint with Azure Functions</a:t>
            </a:r>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492443"/>
          </a:xfrm>
        </p:spPr>
        <p:txBody>
          <a:bodyPr/>
          <a:lstStyle/>
          <a:p>
            <a:r>
              <a:rPr lang="en-US"/>
              <a:t>Learning Objectives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88262" y="1078992"/>
            <a:ext cx="8193024" cy="24622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After completing this module, you will be able to:</a:t>
            </a:r>
          </a:p>
        </p:txBody>
      </p:sp>
      <p:sp>
        <p:nvSpPr>
          <p:cNvPr id="80" name="Oval 79" descr="icon of a finger pushing a button">
            <a:extLst>
              <a:ext uri="{FF2B5EF4-FFF2-40B4-BE49-F238E27FC236}">
                <a16:creationId xmlns:a16="http://schemas.microsoft.com/office/drawing/2014/main" id="{71DB8D22-926F-853E-F0C8-764493609A16}"/>
              </a:ext>
            </a:extLst>
          </p:cNvPr>
          <p:cNvSpPr>
            <a:spLocks/>
          </p:cNvSpPr>
          <p:nvPr/>
        </p:nvSpPr>
        <p:spPr bwMode="auto">
          <a:xfrm>
            <a:off x="624243" y="1561801"/>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1</a:t>
            </a:r>
          </a:p>
        </p:txBody>
      </p:sp>
      <p:sp>
        <p:nvSpPr>
          <p:cNvPr id="98" name="Oval 97" descr="icon of a finger pushing a button">
            <a:extLst>
              <a:ext uri="{FF2B5EF4-FFF2-40B4-BE49-F238E27FC236}">
                <a16:creationId xmlns:a16="http://schemas.microsoft.com/office/drawing/2014/main" id="{FB9D4D78-EC2D-5052-0537-EF8AA477E116}"/>
              </a:ext>
            </a:extLst>
          </p:cNvPr>
          <p:cNvSpPr>
            <a:spLocks/>
          </p:cNvSpPr>
          <p:nvPr/>
        </p:nvSpPr>
        <p:spPr bwMode="auto">
          <a:xfrm>
            <a:off x="624243" y="2610357"/>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2</a:t>
            </a:r>
          </a:p>
        </p:txBody>
      </p:sp>
      <p:sp>
        <p:nvSpPr>
          <p:cNvPr id="101" name="Oval 100" descr="icon of a finger pushing a button">
            <a:extLst>
              <a:ext uri="{FF2B5EF4-FFF2-40B4-BE49-F238E27FC236}">
                <a16:creationId xmlns:a16="http://schemas.microsoft.com/office/drawing/2014/main" id="{E06C7E83-F806-C0D7-C7A7-6090B76A8795}"/>
              </a:ext>
            </a:extLst>
          </p:cNvPr>
          <p:cNvSpPr>
            <a:spLocks/>
          </p:cNvSpPr>
          <p:nvPr/>
        </p:nvSpPr>
        <p:spPr bwMode="auto">
          <a:xfrm>
            <a:off x="624243" y="3656520"/>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3</a:t>
            </a:r>
          </a:p>
        </p:txBody>
      </p:sp>
      <p:sp>
        <p:nvSpPr>
          <p:cNvPr id="3" name="TextBox 2">
            <a:extLst>
              <a:ext uri="{FF2B5EF4-FFF2-40B4-BE49-F238E27FC236}">
                <a16:creationId xmlns:a16="http://schemas.microsoft.com/office/drawing/2014/main" id="{A7A334F9-008A-772B-75DD-94814D31A5C5}"/>
              </a:ext>
            </a:extLst>
          </p:cNvPr>
          <p:cNvSpPr txBox="1"/>
          <p:nvPr/>
        </p:nvSpPr>
        <p:spPr>
          <a:xfrm>
            <a:off x="1278673" y="1658721"/>
            <a:ext cx="6094140" cy="363946"/>
          </a:xfrm>
          <a:prstGeom prst="rect">
            <a:avLst/>
          </a:prstGeom>
          <a:noFill/>
        </p:spPr>
        <p:txBody>
          <a:bodyPr wrap="square">
            <a:spAutoFit/>
          </a:bodyPr>
          <a:lstStyle/>
          <a:p>
            <a:pPr marL="0" indent="0">
              <a:buNone/>
            </a:pPr>
            <a:r>
              <a:rPr lang="en-US"/>
              <a:t>Create a Function App in a Flex Consumption plan</a:t>
            </a:r>
          </a:p>
        </p:txBody>
      </p:sp>
      <p:sp>
        <p:nvSpPr>
          <p:cNvPr id="4" name="TextBox 3">
            <a:extLst>
              <a:ext uri="{FF2B5EF4-FFF2-40B4-BE49-F238E27FC236}">
                <a16:creationId xmlns:a16="http://schemas.microsoft.com/office/drawing/2014/main" id="{DB579C9B-F7A4-7E0C-9200-F2877670E307}"/>
              </a:ext>
            </a:extLst>
          </p:cNvPr>
          <p:cNvSpPr txBox="1"/>
          <p:nvPr/>
        </p:nvSpPr>
        <p:spPr>
          <a:xfrm>
            <a:off x="1278673" y="2707277"/>
            <a:ext cx="6094140" cy="363946"/>
          </a:xfrm>
          <a:prstGeom prst="rect">
            <a:avLst/>
          </a:prstGeom>
          <a:noFill/>
        </p:spPr>
        <p:txBody>
          <a:bodyPr wrap="square">
            <a:spAutoFit/>
          </a:bodyPr>
          <a:lstStyle/>
          <a:p>
            <a:pPr marL="0" indent="0">
              <a:buNone/>
            </a:pPr>
            <a:r>
              <a:rPr lang="en-US"/>
              <a:t>Deploy an HTTP-triggered function from Cloud Shell</a:t>
            </a:r>
          </a:p>
        </p:txBody>
      </p:sp>
      <p:sp>
        <p:nvSpPr>
          <p:cNvPr id="5" name="TextBox 4">
            <a:extLst>
              <a:ext uri="{FF2B5EF4-FFF2-40B4-BE49-F238E27FC236}">
                <a16:creationId xmlns:a16="http://schemas.microsoft.com/office/drawing/2014/main" id="{A5B8A17C-B91D-30D4-5E57-41F17094592B}"/>
              </a:ext>
            </a:extLst>
          </p:cNvPr>
          <p:cNvSpPr txBox="1"/>
          <p:nvPr/>
        </p:nvSpPr>
        <p:spPr>
          <a:xfrm>
            <a:off x="1278672" y="3753440"/>
            <a:ext cx="7296615" cy="363946"/>
          </a:xfrm>
          <a:prstGeom prst="rect">
            <a:avLst/>
          </a:prstGeom>
          <a:noFill/>
        </p:spPr>
        <p:txBody>
          <a:bodyPr wrap="square">
            <a:spAutoFit/>
          </a:bodyPr>
          <a:lstStyle/>
          <a:p>
            <a:pPr marL="0" indent="0">
              <a:buNone/>
            </a:pPr>
            <a:r>
              <a:rPr lang="en-US"/>
              <a:t>Test endpoint behavior, add security, and review logs</a:t>
            </a:r>
          </a:p>
        </p:txBody>
      </p:sp>
    </p:spTree>
    <p:extLst>
      <p:ext uri="{BB962C8B-B14F-4D97-AF65-F5344CB8AC3E}">
        <p14:creationId xmlns:p14="http://schemas.microsoft.com/office/powerpoint/2010/main" val="38852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p:txBody>
          <a:bodyPr/>
          <a:lstStyle/>
          <a:p>
            <a:r>
              <a:rPr lang="en-US" dirty="0"/>
              <a:t>Project: Serverless endpoint with Azure Functions objectives</a:t>
            </a:r>
          </a:p>
        </p:txBody>
      </p:sp>
      <p:sp>
        <p:nvSpPr>
          <p:cNvPr id="3" name="Text Placeholder 2">
            <a:extLst>
              <a:ext uri="{FF2B5EF4-FFF2-40B4-BE49-F238E27FC236}">
                <a16:creationId xmlns:a16="http://schemas.microsoft.com/office/drawing/2014/main" id="{79D5D1DB-501A-584F-84BD-B088CB1330CA}"/>
              </a:ext>
            </a:extLst>
          </p:cNvPr>
          <p:cNvSpPr>
            <a:spLocks noGrp="1"/>
          </p:cNvSpPr>
          <p:nvPr>
            <p:ph type="body" sz="quarter" idx="15"/>
          </p:nvPr>
        </p:nvSpPr>
        <p:spPr/>
        <p:txBody>
          <a:bodyPr/>
          <a:lstStyle/>
          <a:p>
            <a:r>
              <a:rPr lang="en-US"/>
              <a:t>Scenario: Create a lightweight contact page endpoint without maintaining servers</a:t>
            </a:r>
          </a:p>
          <a:p>
            <a:r>
              <a:rPr lang="en-US"/>
              <a:t>Azure Functions is a serverless compute service that runs code in response to events</a:t>
            </a:r>
          </a:p>
          <a:p>
            <a:r>
              <a:rPr lang="en-US"/>
              <a:t>An HTTP trigger gives your function its own URL callable from any browser</a:t>
            </a:r>
          </a:p>
          <a:p>
            <a:r>
              <a:rPr lang="en-US"/>
              <a:t>Exercise 1: Create a Function App with the Flex Consumption plan</a:t>
            </a:r>
          </a:p>
          <a:p>
            <a:r>
              <a:rPr lang="en-US"/>
              <a:t>Exercise 2: Deploy an HTTP-trigger function from Cloud Shell</a:t>
            </a:r>
          </a:p>
          <a:p>
            <a:r>
              <a:rPr lang="en-US"/>
              <a:t>Exercise 3: Test the endpoint, add security, and review logs</a:t>
            </a:r>
          </a:p>
        </p:txBody>
      </p:sp>
      <p:sp>
        <p:nvSpPr>
          <p:cNvPr id="2" name="Footer Placeholder 1">
            <a:extLst>
              <a:ext uri="{FF2B5EF4-FFF2-40B4-BE49-F238E27FC236}">
                <a16:creationId xmlns:a16="http://schemas.microsoft.com/office/drawing/2014/main" id="{8AFBEE60-FD8C-A0CF-7078-D82CFC31F74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0285458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0E0EA-3410-E53E-6978-0CADC73FD6A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76BE1CD-9D84-4C8F-2BBF-099F13E9FA25}"/>
              </a:ext>
            </a:extLst>
          </p:cNvPr>
          <p:cNvSpPr>
            <a:spLocks noGrp="1"/>
          </p:cNvSpPr>
          <p:nvPr>
            <p:ph type="title"/>
          </p:nvPr>
        </p:nvSpPr>
        <p:spPr/>
        <p:txBody>
          <a:bodyPr/>
          <a:lstStyle/>
          <a:p>
            <a:r>
              <a:rPr lang="en-US" dirty="0"/>
              <a:t>Project: Serverless endpoint with Azure Functions diagram</a:t>
            </a:r>
          </a:p>
        </p:txBody>
      </p:sp>
      <p:sp>
        <p:nvSpPr>
          <p:cNvPr id="2" name="Footer Placeholder 1">
            <a:extLst>
              <a:ext uri="{FF2B5EF4-FFF2-40B4-BE49-F238E27FC236}">
                <a16:creationId xmlns:a16="http://schemas.microsoft.com/office/drawing/2014/main" id="{8E44842D-8866-89A7-711F-2BCDDE6A0A02}"/>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0053" name="Picture 53" descr="Diagram of a serverless HTTP endpoint using Azure Functions with an HTTP trigger, function key, and Application Insights">
            <a:extLst>
              <a:ext uri="{FF2B5EF4-FFF2-40B4-BE49-F238E27FC236}">
                <a16:creationId xmlns:a16="http://schemas.microsoft.com/office/drawing/2014/main" id="{79A3FC44-44A8-D395-93E5-8425F44E134D}"/>
              </a:ext>
            </a:extLst>
          </p:cNvPr>
          <p:cNvPicPr>
            <a:picLocks noChangeAspect="1"/>
          </p:cNvPicPr>
          <p:nvPr/>
        </p:nvPicPr>
        <p:blipFill>
          <a:blip r:embed="rId3"/>
          <a:stretch>
            <a:fillRect/>
          </a:stretch>
        </p:blipFill>
        <p:spPr>
          <a:xfrm>
            <a:off x="559479" y="1047009"/>
            <a:ext cx="11073042" cy="4763983"/>
          </a:xfrm>
          <a:prstGeom prst="rect">
            <a:avLst/>
          </a:prstGeom>
        </p:spPr>
      </p:pic>
    </p:spTree>
    <p:extLst>
      <p:ext uri="{BB962C8B-B14F-4D97-AF65-F5344CB8AC3E}">
        <p14:creationId xmlns:p14="http://schemas.microsoft.com/office/powerpoint/2010/main" val="181093664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369332"/>
          </a:xfrm>
        </p:spPr>
        <p:txBody>
          <a:bodyPr/>
          <a:lstStyle/>
          <a:p>
            <a:r>
              <a:rPr lang="en-US" sz="2400"/>
              <a:t>Knowledge check</a:t>
            </a:r>
          </a:p>
        </p:txBody>
      </p:sp>
      <p:sp>
        <p:nvSpPr>
          <p:cNvPr id="62" name="Oval 61">
            <a:extLst>
              <a:ext uri="{FF2B5EF4-FFF2-40B4-BE49-F238E27FC236}">
                <a16:creationId xmlns:a16="http://schemas.microsoft.com/office/drawing/2014/main" id="{38B2345D-BE89-08EF-61B3-D484C084B9D3}"/>
              </a:ext>
              <a:ext uri="{C183D7F6-B498-43B3-948B-1728B52AA6E4}">
                <adec:decorative xmlns:adec="http://schemas.microsoft.com/office/drawing/2017/decorative" val="1"/>
              </a:ext>
            </a:extLst>
          </p:cNvPr>
          <p:cNvSpPr/>
          <p:nvPr/>
        </p:nvSpPr>
        <p:spPr bwMode="auto">
          <a:xfrm>
            <a:off x="762630" y="1543544"/>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1</a:t>
            </a:r>
            <a:endParaRPr kumimoji="0" lang="en-IN" sz="1800" b="1" i="0" u="none" strike="noStrike" cap="none" spc="0" normalizeH="0" baseline="0" noProof="0">
              <a:ln>
                <a:noFill/>
              </a:ln>
              <a:solidFill>
                <a:schemeClr val="tx1"/>
              </a:solidFill>
              <a:effectLst/>
              <a:uLnTx/>
              <a:uFillTx/>
            </a:endParaRPr>
          </a:p>
        </p:txBody>
      </p:sp>
      <p:sp>
        <p:nvSpPr>
          <p:cNvPr id="45" name="Text Placeholder 44">
            <a:extLst>
              <a:ext uri="{FF2B5EF4-FFF2-40B4-BE49-F238E27FC236}">
                <a16:creationId xmlns:a16="http://schemas.microsoft.com/office/drawing/2014/main" id="{C69EFE34-0D17-CE53-E56C-DE5F9AD2A216}"/>
              </a:ext>
            </a:extLst>
          </p:cNvPr>
          <p:cNvSpPr>
            <a:spLocks noGrp="1"/>
          </p:cNvSpPr>
          <p:nvPr>
            <p:ph type="body" sz="quarter" idx="17"/>
          </p:nvPr>
        </p:nvSpPr>
        <p:spPr>
          <a:xfrm>
            <a:off x="1235075" y="1595378"/>
            <a:ext cx="8778782" cy="215444"/>
          </a:xfrm>
        </p:spPr>
        <p:txBody>
          <a:bodyPr/>
          <a:lstStyle/>
          <a:p>
            <a:r>
              <a:rPr lang="en-US"/>
              <a:t>What type of trigger allows an Azure Function to respond to web requests?</a:t>
            </a:r>
          </a:p>
        </p:txBody>
      </p:sp>
      <p:sp>
        <p:nvSpPr>
          <p:cNvPr id="44" name="Text Placeholder 43">
            <a:extLst>
              <a:ext uri="{FF2B5EF4-FFF2-40B4-BE49-F238E27FC236}">
                <a16:creationId xmlns:a16="http://schemas.microsoft.com/office/drawing/2014/main" id="{FF4FDC0E-CA8C-D089-FEBB-097944DE30EA}"/>
              </a:ext>
            </a:extLst>
          </p:cNvPr>
          <p:cNvSpPr>
            <a:spLocks noGrp="1"/>
          </p:cNvSpPr>
          <p:nvPr>
            <p:ph type="body" sz="quarter" idx="15"/>
          </p:nvPr>
        </p:nvSpPr>
        <p:spPr>
          <a:xfrm>
            <a:off x="1237265" y="1862656"/>
            <a:ext cx="8775098" cy="215444"/>
          </a:xfrm>
        </p:spPr>
        <p:txBody>
          <a:bodyPr/>
          <a:lstStyle/>
          <a:p>
            <a:r>
              <a:rPr lang="en-US"/>
              <a:t>Timer trigger</a:t>
            </a:r>
          </a:p>
          <a:p>
            <a:r>
              <a:rPr lang="en-US"/>
              <a:t>HTTP trigger</a:t>
            </a:r>
          </a:p>
          <a:p>
            <a:r>
              <a:rPr lang="en-US"/>
              <a:t>Blob trigger</a:t>
            </a:r>
          </a:p>
        </p:txBody>
      </p:sp>
      <p:sp>
        <p:nvSpPr>
          <p:cNvPr id="65" name="Oval 64">
            <a:extLst>
              <a:ext uri="{FF2B5EF4-FFF2-40B4-BE49-F238E27FC236}">
                <a16:creationId xmlns:a16="http://schemas.microsoft.com/office/drawing/2014/main" id="{3913CA8F-39A3-053F-2538-5DE3EB1A2660}"/>
              </a:ext>
              <a:ext uri="{C183D7F6-B498-43B3-948B-1728B52AA6E4}">
                <adec:decorative xmlns:adec="http://schemas.microsoft.com/office/drawing/2017/decorative" val="1"/>
              </a:ext>
            </a:extLst>
          </p:cNvPr>
          <p:cNvSpPr/>
          <p:nvPr/>
        </p:nvSpPr>
        <p:spPr bwMode="auto">
          <a:xfrm>
            <a:off x="762630" y="29845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2</a:t>
            </a:r>
            <a:endParaRPr kumimoji="0" lang="en-IN" sz="1800" b="1" i="0" u="none" strike="noStrike" cap="none" spc="0" normalizeH="0" baseline="0" noProof="0">
              <a:ln>
                <a:noFill/>
              </a:ln>
              <a:solidFill>
                <a:schemeClr val="tx1"/>
              </a:solidFill>
              <a:effectLst/>
              <a:uLnTx/>
              <a:uFillTx/>
            </a:endParaRPr>
          </a:p>
        </p:txBody>
      </p:sp>
      <p:sp>
        <p:nvSpPr>
          <p:cNvPr id="48" name="Text Placeholder 47">
            <a:extLst>
              <a:ext uri="{FF2B5EF4-FFF2-40B4-BE49-F238E27FC236}">
                <a16:creationId xmlns:a16="http://schemas.microsoft.com/office/drawing/2014/main" id="{65456690-3FCA-6CB0-2BF8-0E246247B3FC}"/>
              </a:ext>
            </a:extLst>
          </p:cNvPr>
          <p:cNvSpPr>
            <a:spLocks noGrp="1"/>
          </p:cNvSpPr>
          <p:nvPr>
            <p:ph type="body" sz="quarter" idx="22"/>
          </p:nvPr>
        </p:nvSpPr>
        <p:spPr>
          <a:xfrm>
            <a:off x="1235075" y="3042690"/>
            <a:ext cx="8778782" cy="215444"/>
          </a:xfrm>
        </p:spPr>
        <p:txBody>
          <a:bodyPr/>
          <a:lstStyle/>
          <a:p>
            <a:r>
              <a:rPr lang="en-US"/>
              <a:t>What is the main advantage of using Azure Functions for a simple endpoint?</a:t>
            </a:r>
          </a:p>
        </p:txBody>
      </p:sp>
      <p:sp>
        <p:nvSpPr>
          <p:cNvPr id="49" name="Text Placeholder 48">
            <a:extLst>
              <a:ext uri="{FF2B5EF4-FFF2-40B4-BE49-F238E27FC236}">
                <a16:creationId xmlns:a16="http://schemas.microsoft.com/office/drawing/2014/main" id="{A28FE2C3-AD85-D5CF-2BC2-01C5A98D45F1}"/>
              </a:ext>
            </a:extLst>
          </p:cNvPr>
          <p:cNvSpPr>
            <a:spLocks noGrp="1"/>
          </p:cNvSpPr>
          <p:nvPr>
            <p:ph type="body" sz="quarter" idx="23"/>
          </p:nvPr>
        </p:nvSpPr>
        <p:spPr>
          <a:xfrm>
            <a:off x="1237265" y="3319716"/>
            <a:ext cx="8775098" cy="717742"/>
          </a:xfrm>
        </p:spPr>
        <p:txBody>
          <a:bodyPr/>
          <a:lstStyle/>
          <a:p>
            <a:r>
              <a:rPr lang="en-US"/>
              <a:t>It provides a dedicated virtual machine</a:t>
            </a:r>
          </a:p>
          <a:p>
            <a:r>
              <a:rPr lang="en-US"/>
              <a:t>You do not need to manage any infrastructure</a:t>
            </a:r>
          </a:p>
          <a:p>
            <a:r>
              <a:rPr lang="en-US"/>
              <a:t>It automatically creates a custom domain</a:t>
            </a:r>
          </a:p>
        </p:txBody>
      </p:sp>
      <p:sp>
        <p:nvSpPr>
          <p:cNvPr id="68" name="Oval 67">
            <a:extLst>
              <a:ext uri="{FF2B5EF4-FFF2-40B4-BE49-F238E27FC236}">
                <a16:creationId xmlns:a16="http://schemas.microsoft.com/office/drawing/2014/main" id="{777A37B6-A9CB-BB4A-87B0-45F6FCC1E385}"/>
              </a:ext>
              <a:ext uri="{C183D7F6-B498-43B3-948B-1728B52AA6E4}">
                <adec:decorative xmlns:adec="http://schemas.microsoft.com/office/drawing/2017/decorative" val="1"/>
              </a:ext>
            </a:extLst>
          </p:cNvPr>
          <p:cNvSpPr/>
          <p:nvPr/>
        </p:nvSpPr>
        <p:spPr bwMode="auto">
          <a:xfrm>
            <a:off x="762630" y="45339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3</a:t>
            </a:r>
            <a:endParaRPr kumimoji="0" lang="en-IN" sz="1800" b="1" i="0" u="none" strike="noStrike" cap="none" spc="0" normalizeH="0" baseline="0" noProof="0">
              <a:ln>
                <a:noFill/>
              </a:ln>
              <a:solidFill>
                <a:schemeClr val="tx1"/>
              </a:solidFill>
              <a:effectLst/>
              <a:uLnTx/>
              <a:uFillTx/>
            </a:endParaRPr>
          </a:p>
        </p:txBody>
      </p:sp>
      <p:sp>
        <p:nvSpPr>
          <p:cNvPr id="46" name="Text Placeholder 45">
            <a:extLst>
              <a:ext uri="{FF2B5EF4-FFF2-40B4-BE49-F238E27FC236}">
                <a16:creationId xmlns:a16="http://schemas.microsoft.com/office/drawing/2014/main" id="{3D98EEE8-67D1-2D3E-7391-CC832A8EBAD7}"/>
              </a:ext>
            </a:extLst>
          </p:cNvPr>
          <p:cNvSpPr>
            <a:spLocks noGrp="1"/>
          </p:cNvSpPr>
          <p:nvPr>
            <p:ph type="body" sz="quarter" idx="20"/>
          </p:nvPr>
        </p:nvSpPr>
        <p:spPr>
          <a:xfrm>
            <a:off x="1235075" y="4548993"/>
            <a:ext cx="8778782" cy="215444"/>
          </a:xfrm>
        </p:spPr>
        <p:txBody>
          <a:bodyPr/>
          <a:lstStyle/>
          <a:p>
            <a:r>
              <a:rPr lang="en-US"/>
              <a:t>What Azure service lets you monitor function invocations and view execution logs?</a:t>
            </a:r>
          </a:p>
        </p:txBody>
      </p:sp>
      <p:sp>
        <p:nvSpPr>
          <p:cNvPr id="47" name="Text Placeholder 46">
            <a:extLst>
              <a:ext uri="{FF2B5EF4-FFF2-40B4-BE49-F238E27FC236}">
                <a16:creationId xmlns:a16="http://schemas.microsoft.com/office/drawing/2014/main" id="{186FE5B3-66E9-C9E3-BB22-698F0D137014}"/>
              </a:ext>
            </a:extLst>
          </p:cNvPr>
          <p:cNvSpPr>
            <a:spLocks noGrp="1"/>
          </p:cNvSpPr>
          <p:nvPr>
            <p:ph type="body" sz="quarter" idx="21"/>
          </p:nvPr>
        </p:nvSpPr>
        <p:spPr>
          <a:xfrm>
            <a:off x="1237265" y="4764437"/>
            <a:ext cx="8775098" cy="718092"/>
          </a:xfrm>
        </p:spPr>
        <p:txBody>
          <a:bodyPr/>
          <a:lstStyle/>
          <a:p>
            <a:r>
              <a:rPr lang="en-US"/>
              <a:t>Azure Monitor metrics</a:t>
            </a:r>
          </a:p>
          <a:p>
            <a:r>
              <a:rPr lang="en-US"/>
              <a:t>Azure Activity Log</a:t>
            </a:r>
          </a:p>
          <a:p>
            <a:r>
              <a:rPr lang="en-US"/>
              <a:t>Application Insights</a:t>
            </a:r>
          </a:p>
        </p:txBody>
      </p:sp>
    </p:spTree>
    <p:extLst>
      <p:ext uri="{BB962C8B-B14F-4D97-AF65-F5344CB8AC3E}">
        <p14:creationId xmlns:p14="http://schemas.microsoft.com/office/powerpoint/2010/main" val="42648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384610"/>
            <a:ext cx="6345239" cy="615553"/>
          </a:xfrm>
        </p:spPr>
        <p:txBody>
          <a:bodyPr/>
          <a:lstStyle/>
          <a:p>
            <a:r>
              <a:rPr lang="en-US"/>
              <a:t>Guided project: Set up new employee access (Entra ID and RBAC)</a:t>
            </a:r>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492443"/>
          </a:xfrm>
        </p:spPr>
        <p:txBody>
          <a:bodyPr/>
          <a:lstStyle/>
          <a:p>
            <a:r>
              <a:rPr lang="en-US"/>
              <a:t>Learning Objectives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88262" y="1078992"/>
            <a:ext cx="8193024" cy="24622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After completing this module, you will be able to:</a:t>
            </a:r>
          </a:p>
        </p:txBody>
      </p:sp>
      <p:sp>
        <p:nvSpPr>
          <p:cNvPr id="80" name="Oval 79" descr="icon of a finger pushing a button">
            <a:extLst>
              <a:ext uri="{FF2B5EF4-FFF2-40B4-BE49-F238E27FC236}">
                <a16:creationId xmlns:a16="http://schemas.microsoft.com/office/drawing/2014/main" id="{71DB8D22-926F-853E-F0C8-764493609A16}"/>
              </a:ext>
            </a:extLst>
          </p:cNvPr>
          <p:cNvSpPr>
            <a:spLocks/>
          </p:cNvSpPr>
          <p:nvPr/>
        </p:nvSpPr>
        <p:spPr bwMode="auto">
          <a:xfrm>
            <a:off x="624243" y="1561801"/>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1</a:t>
            </a:r>
          </a:p>
        </p:txBody>
      </p:sp>
      <p:sp>
        <p:nvSpPr>
          <p:cNvPr id="98" name="Oval 97" descr="icon of a finger pushing a button">
            <a:extLst>
              <a:ext uri="{FF2B5EF4-FFF2-40B4-BE49-F238E27FC236}">
                <a16:creationId xmlns:a16="http://schemas.microsoft.com/office/drawing/2014/main" id="{FB9D4D78-EC2D-5052-0537-EF8AA477E116}"/>
              </a:ext>
            </a:extLst>
          </p:cNvPr>
          <p:cNvSpPr>
            <a:spLocks/>
          </p:cNvSpPr>
          <p:nvPr/>
        </p:nvSpPr>
        <p:spPr bwMode="auto">
          <a:xfrm>
            <a:off x="624243" y="2610357"/>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2</a:t>
            </a:r>
          </a:p>
        </p:txBody>
      </p:sp>
      <p:sp>
        <p:nvSpPr>
          <p:cNvPr id="101" name="Oval 100" descr="icon of a finger pushing a button">
            <a:extLst>
              <a:ext uri="{FF2B5EF4-FFF2-40B4-BE49-F238E27FC236}">
                <a16:creationId xmlns:a16="http://schemas.microsoft.com/office/drawing/2014/main" id="{E06C7E83-F806-C0D7-C7A7-6090B76A8795}"/>
              </a:ext>
            </a:extLst>
          </p:cNvPr>
          <p:cNvSpPr>
            <a:spLocks/>
          </p:cNvSpPr>
          <p:nvPr/>
        </p:nvSpPr>
        <p:spPr bwMode="auto">
          <a:xfrm>
            <a:off x="624243" y="3656520"/>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3</a:t>
            </a:r>
          </a:p>
        </p:txBody>
      </p:sp>
      <p:sp>
        <p:nvSpPr>
          <p:cNvPr id="3" name="TextBox 2">
            <a:extLst>
              <a:ext uri="{FF2B5EF4-FFF2-40B4-BE49-F238E27FC236}">
                <a16:creationId xmlns:a16="http://schemas.microsoft.com/office/drawing/2014/main" id="{A7A334F9-008A-772B-75DD-94814D31A5C5}"/>
              </a:ext>
            </a:extLst>
          </p:cNvPr>
          <p:cNvSpPr txBox="1"/>
          <p:nvPr/>
        </p:nvSpPr>
        <p:spPr>
          <a:xfrm>
            <a:off x="1278673" y="1658721"/>
            <a:ext cx="6094140" cy="363946"/>
          </a:xfrm>
          <a:prstGeom prst="rect">
            <a:avLst/>
          </a:prstGeom>
          <a:noFill/>
        </p:spPr>
        <p:txBody>
          <a:bodyPr wrap="square">
            <a:spAutoFit/>
          </a:bodyPr>
          <a:lstStyle/>
          <a:p>
            <a:pPr marL="0" indent="0">
              <a:buNone/>
            </a:pPr>
            <a:r>
              <a:rPr lang="en-US"/>
              <a:t>Create a user and security group in Microsoft Entra ID</a:t>
            </a:r>
          </a:p>
        </p:txBody>
      </p:sp>
      <p:sp>
        <p:nvSpPr>
          <p:cNvPr id="4" name="TextBox 3">
            <a:extLst>
              <a:ext uri="{FF2B5EF4-FFF2-40B4-BE49-F238E27FC236}">
                <a16:creationId xmlns:a16="http://schemas.microsoft.com/office/drawing/2014/main" id="{DB579C9B-F7A4-7E0C-9200-F2877670E307}"/>
              </a:ext>
            </a:extLst>
          </p:cNvPr>
          <p:cNvSpPr txBox="1"/>
          <p:nvPr/>
        </p:nvSpPr>
        <p:spPr>
          <a:xfrm>
            <a:off x="1278673" y="2707277"/>
            <a:ext cx="6094140" cy="363946"/>
          </a:xfrm>
          <a:prstGeom prst="rect">
            <a:avLst/>
          </a:prstGeom>
          <a:noFill/>
        </p:spPr>
        <p:txBody>
          <a:bodyPr wrap="square">
            <a:spAutoFit/>
          </a:bodyPr>
          <a:lstStyle/>
          <a:p>
            <a:pPr marL="0" indent="0">
              <a:buNone/>
            </a:pPr>
            <a:r>
              <a:rPr lang="en-US"/>
              <a:t>Assign group-based Azure RBAC at resource group scope</a:t>
            </a:r>
          </a:p>
        </p:txBody>
      </p:sp>
      <p:sp>
        <p:nvSpPr>
          <p:cNvPr id="5" name="TextBox 4">
            <a:extLst>
              <a:ext uri="{FF2B5EF4-FFF2-40B4-BE49-F238E27FC236}">
                <a16:creationId xmlns:a16="http://schemas.microsoft.com/office/drawing/2014/main" id="{A5B8A17C-B91D-30D4-5E57-41F17094592B}"/>
              </a:ext>
            </a:extLst>
          </p:cNvPr>
          <p:cNvSpPr txBox="1"/>
          <p:nvPr/>
        </p:nvSpPr>
        <p:spPr>
          <a:xfrm>
            <a:off x="1278672" y="3753440"/>
            <a:ext cx="7296615" cy="363946"/>
          </a:xfrm>
          <a:prstGeom prst="rect">
            <a:avLst/>
          </a:prstGeom>
          <a:noFill/>
        </p:spPr>
        <p:txBody>
          <a:bodyPr wrap="square">
            <a:spAutoFit/>
          </a:bodyPr>
          <a:lstStyle/>
          <a:p>
            <a:pPr marL="0" indent="0">
              <a:buNone/>
            </a:pPr>
            <a:r>
              <a:rPr lang="en-US"/>
              <a:t>Validate expected access at the correct scope</a:t>
            </a:r>
          </a:p>
        </p:txBody>
      </p:sp>
    </p:spTree>
    <p:extLst>
      <p:ext uri="{BB962C8B-B14F-4D97-AF65-F5344CB8AC3E}">
        <p14:creationId xmlns:p14="http://schemas.microsoft.com/office/powerpoint/2010/main" val="38852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p:txBody>
          <a:bodyPr/>
          <a:lstStyle/>
          <a:p>
            <a:r>
              <a:rPr lang="en-US" dirty="0"/>
              <a:t>Project: Identity and RBAC onboarding objectives</a:t>
            </a:r>
          </a:p>
        </p:txBody>
      </p:sp>
      <p:sp>
        <p:nvSpPr>
          <p:cNvPr id="3" name="Text Placeholder 2">
            <a:extLst>
              <a:ext uri="{FF2B5EF4-FFF2-40B4-BE49-F238E27FC236}">
                <a16:creationId xmlns:a16="http://schemas.microsoft.com/office/drawing/2014/main" id="{79D5D1DB-501A-584F-84BD-B088CB1330CA}"/>
              </a:ext>
            </a:extLst>
          </p:cNvPr>
          <p:cNvSpPr>
            <a:spLocks noGrp="1"/>
          </p:cNvSpPr>
          <p:nvPr>
            <p:ph type="body" sz="quarter" idx="15"/>
          </p:nvPr>
        </p:nvSpPr>
        <p:spPr/>
        <p:txBody>
          <a:bodyPr/>
          <a:lstStyle/>
          <a:p>
            <a:r>
              <a:rPr lang="en-US"/>
              <a:t>Scenario: A new support analyst needs read-only access to a development resource group</a:t>
            </a:r>
          </a:p>
          <a:p>
            <a:r>
              <a:rPr lang="en-US"/>
              <a:t>Microsoft Entra ID manages users and groups; RBAC assigns specific permissions at a scope</a:t>
            </a:r>
          </a:p>
          <a:p>
            <a:r>
              <a:rPr lang="en-US"/>
              <a:t>Together they implement the principle of least privilege</a:t>
            </a:r>
          </a:p>
          <a:p>
            <a:r>
              <a:rPr lang="en-US"/>
              <a:t>Exercise 1: Create a user account and security group in Entra ID</a:t>
            </a:r>
          </a:p>
          <a:p>
            <a:r>
              <a:rPr lang="en-US"/>
              <a:t>Exercise 2: Assign the Reader role to the group at resource group scope</a:t>
            </a:r>
          </a:p>
          <a:p>
            <a:r>
              <a:rPr lang="en-US"/>
              <a:t>Exercise 3: Verify read access is granted and write access is denied</a:t>
            </a:r>
          </a:p>
        </p:txBody>
      </p:sp>
      <p:sp>
        <p:nvSpPr>
          <p:cNvPr id="2" name="Footer Placeholder 1">
            <a:extLst>
              <a:ext uri="{FF2B5EF4-FFF2-40B4-BE49-F238E27FC236}">
                <a16:creationId xmlns:a16="http://schemas.microsoft.com/office/drawing/2014/main" id="{8AFBEE60-FD8C-A0CF-7078-D82CFC31F74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0285458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55242-CAF3-093B-FB0F-7075A478017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893CEE47-87B5-4FAC-45F9-87E6A23895A9}"/>
              </a:ext>
            </a:extLst>
          </p:cNvPr>
          <p:cNvSpPr>
            <a:spLocks noGrp="1"/>
          </p:cNvSpPr>
          <p:nvPr>
            <p:ph type="title"/>
          </p:nvPr>
        </p:nvSpPr>
        <p:spPr/>
        <p:txBody>
          <a:bodyPr/>
          <a:lstStyle/>
          <a:p>
            <a:r>
              <a:rPr lang="en-US" dirty="0"/>
              <a:t>Project: Identity and RBAC onboarding diagram</a:t>
            </a:r>
          </a:p>
        </p:txBody>
      </p:sp>
      <p:sp>
        <p:nvSpPr>
          <p:cNvPr id="2" name="Footer Placeholder 1">
            <a:extLst>
              <a:ext uri="{FF2B5EF4-FFF2-40B4-BE49-F238E27FC236}">
                <a16:creationId xmlns:a16="http://schemas.microsoft.com/office/drawing/2014/main" id="{2FC703D9-2FC8-CF37-88FE-61CACACB5AB1}"/>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0054" name="Picture 54" descr="Diagram showing the identity and access flow from Entra ID user and group through RBAC role assignment to resource group scope">
            <a:extLst>
              <a:ext uri="{FF2B5EF4-FFF2-40B4-BE49-F238E27FC236}">
                <a16:creationId xmlns:a16="http://schemas.microsoft.com/office/drawing/2014/main" id="{0719C7C3-625D-E6F7-D681-802D295F1535}"/>
              </a:ext>
            </a:extLst>
          </p:cNvPr>
          <p:cNvPicPr>
            <a:picLocks noChangeAspect="1"/>
          </p:cNvPicPr>
          <p:nvPr/>
        </p:nvPicPr>
        <p:blipFill>
          <a:blip r:embed="rId3"/>
          <a:stretch>
            <a:fillRect/>
          </a:stretch>
        </p:blipFill>
        <p:spPr>
          <a:xfrm>
            <a:off x="589263" y="1274286"/>
            <a:ext cx="11013474" cy="4354164"/>
          </a:xfrm>
          <a:prstGeom prst="rect">
            <a:avLst/>
          </a:prstGeom>
        </p:spPr>
      </p:pic>
    </p:spTree>
    <p:extLst>
      <p:ext uri="{BB962C8B-B14F-4D97-AF65-F5344CB8AC3E}">
        <p14:creationId xmlns:p14="http://schemas.microsoft.com/office/powerpoint/2010/main" val="267322786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369332"/>
          </a:xfrm>
        </p:spPr>
        <p:txBody>
          <a:bodyPr/>
          <a:lstStyle/>
          <a:p>
            <a:r>
              <a:rPr lang="en-US" sz="2400"/>
              <a:t>Knowledge check</a:t>
            </a:r>
          </a:p>
        </p:txBody>
      </p:sp>
      <p:sp>
        <p:nvSpPr>
          <p:cNvPr id="62" name="Oval 61">
            <a:extLst>
              <a:ext uri="{FF2B5EF4-FFF2-40B4-BE49-F238E27FC236}">
                <a16:creationId xmlns:a16="http://schemas.microsoft.com/office/drawing/2014/main" id="{38B2345D-BE89-08EF-61B3-D484C084B9D3}"/>
              </a:ext>
              <a:ext uri="{C183D7F6-B498-43B3-948B-1728B52AA6E4}">
                <adec:decorative xmlns:adec="http://schemas.microsoft.com/office/drawing/2017/decorative" val="1"/>
              </a:ext>
            </a:extLst>
          </p:cNvPr>
          <p:cNvSpPr/>
          <p:nvPr/>
        </p:nvSpPr>
        <p:spPr bwMode="auto">
          <a:xfrm>
            <a:off x="762630" y="1543544"/>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1</a:t>
            </a:r>
            <a:endParaRPr kumimoji="0" lang="en-IN" sz="1800" b="1" i="0" u="none" strike="noStrike" cap="none" spc="0" normalizeH="0" baseline="0" noProof="0">
              <a:ln>
                <a:noFill/>
              </a:ln>
              <a:solidFill>
                <a:schemeClr val="tx1"/>
              </a:solidFill>
              <a:effectLst/>
              <a:uLnTx/>
              <a:uFillTx/>
            </a:endParaRPr>
          </a:p>
        </p:txBody>
      </p:sp>
      <p:sp>
        <p:nvSpPr>
          <p:cNvPr id="45" name="Text Placeholder 44">
            <a:extLst>
              <a:ext uri="{FF2B5EF4-FFF2-40B4-BE49-F238E27FC236}">
                <a16:creationId xmlns:a16="http://schemas.microsoft.com/office/drawing/2014/main" id="{C69EFE34-0D17-CE53-E56C-DE5F9AD2A216}"/>
              </a:ext>
            </a:extLst>
          </p:cNvPr>
          <p:cNvSpPr>
            <a:spLocks noGrp="1"/>
          </p:cNvSpPr>
          <p:nvPr>
            <p:ph type="body" sz="quarter" idx="17"/>
          </p:nvPr>
        </p:nvSpPr>
        <p:spPr>
          <a:xfrm>
            <a:off x="1235075" y="1595378"/>
            <a:ext cx="8778782" cy="215444"/>
          </a:xfrm>
        </p:spPr>
        <p:txBody>
          <a:bodyPr/>
          <a:lstStyle/>
          <a:p>
            <a:r>
              <a:rPr lang="en-US"/>
              <a:t>What is the benefit of assigning RBAC roles to a group instead of individual users?</a:t>
            </a:r>
          </a:p>
        </p:txBody>
      </p:sp>
      <p:sp>
        <p:nvSpPr>
          <p:cNvPr id="44" name="Text Placeholder 43">
            <a:extLst>
              <a:ext uri="{FF2B5EF4-FFF2-40B4-BE49-F238E27FC236}">
                <a16:creationId xmlns:a16="http://schemas.microsoft.com/office/drawing/2014/main" id="{FF4FDC0E-CA8C-D089-FEBB-097944DE30EA}"/>
              </a:ext>
            </a:extLst>
          </p:cNvPr>
          <p:cNvSpPr>
            <a:spLocks noGrp="1"/>
          </p:cNvSpPr>
          <p:nvPr>
            <p:ph type="body" sz="quarter" idx="15"/>
          </p:nvPr>
        </p:nvSpPr>
        <p:spPr>
          <a:xfrm>
            <a:off x="1237265" y="1862656"/>
            <a:ext cx="8775098" cy="215444"/>
          </a:xfrm>
        </p:spPr>
        <p:txBody>
          <a:bodyPr/>
          <a:lstStyle/>
          <a:p>
            <a:r>
              <a:rPr lang="en-US"/>
              <a:t>Groups automatically inherit subscription permissions</a:t>
            </a:r>
          </a:p>
          <a:p>
            <a:r>
              <a:rPr lang="en-US"/>
              <a:t>It simplifies access management when users join or leave</a:t>
            </a:r>
          </a:p>
          <a:p>
            <a:r>
              <a:rPr lang="en-US"/>
              <a:t>Groups can hold more permissions than individual users</a:t>
            </a:r>
          </a:p>
        </p:txBody>
      </p:sp>
      <p:sp>
        <p:nvSpPr>
          <p:cNvPr id="65" name="Oval 64">
            <a:extLst>
              <a:ext uri="{FF2B5EF4-FFF2-40B4-BE49-F238E27FC236}">
                <a16:creationId xmlns:a16="http://schemas.microsoft.com/office/drawing/2014/main" id="{3913CA8F-39A3-053F-2538-5DE3EB1A2660}"/>
              </a:ext>
              <a:ext uri="{C183D7F6-B498-43B3-948B-1728B52AA6E4}">
                <adec:decorative xmlns:adec="http://schemas.microsoft.com/office/drawing/2017/decorative" val="1"/>
              </a:ext>
            </a:extLst>
          </p:cNvPr>
          <p:cNvSpPr/>
          <p:nvPr/>
        </p:nvSpPr>
        <p:spPr bwMode="auto">
          <a:xfrm>
            <a:off x="762630" y="29845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2</a:t>
            </a:r>
            <a:endParaRPr kumimoji="0" lang="en-IN" sz="1800" b="1" i="0" u="none" strike="noStrike" cap="none" spc="0" normalizeH="0" baseline="0" noProof="0">
              <a:ln>
                <a:noFill/>
              </a:ln>
              <a:solidFill>
                <a:schemeClr val="tx1"/>
              </a:solidFill>
              <a:effectLst/>
              <a:uLnTx/>
              <a:uFillTx/>
            </a:endParaRPr>
          </a:p>
        </p:txBody>
      </p:sp>
      <p:sp>
        <p:nvSpPr>
          <p:cNvPr id="48" name="Text Placeholder 47">
            <a:extLst>
              <a:ext uri="{FF2B5EF4-FFF2-40B4-BE49-F238E27FC236}">
                <a16:creationId xmlns:a16="http://schemas.microsoft.com/office/drawing/2014/main" id="{65456690-3FCA-6CB0-2BF8-0E246247B3FC}"/>
              </a:ext>
            </a:extLst>
          </p:cNvPr>
          <p:cNvSpPr>
            <a:spLocks noGrp="1"/>
          </p:cNvSpPr>
          <p:nvPr>
            <p:ph type="body" sz="quarter" idx="22"/>
          </p:nvPr>
        </p:nvSpPr>
        <p:spPr>
          <a:xfrm>
            <a:off x="1235075" y="3042690"/>
            <a:ext cx="8778782" cy="215444"/>
          </a:xfrm>
        </p:spPr>
        <p:txBody>
          <a:bodyPr/>
          <a:lstStyle/>
          <a:p>
            <a:r>
              <a:rPr lang="en-US"/>
              <a:t>What RBAC role provides view-only access to Azure resources?</a:t>
            </a:r>
          </a:p>
        </p:txBody>
      </p:sp>
      <p:sp>
        <p:nvSpPr>
          <p:cNvPr id="49" name="Text Placeholder 48">
            <a:extLst>
              <a:ext uri="{FF2B5EF4-FFF2-40B4-BE49-F238E27FC236}">
                <a16:creationId xmlns:a16="http://schemas.microsoft.com/office/drawing/2014/main" id="{A28FE2C3-AD85-D5CF-2BC2-01C5A98D45F1}"/>
              </a:ext>
            </a:extLst>
          </p:cNvPr>
          <p:cNvSpPr>
            <a:spLocks noGrp="1"/>
          </p:cNvSpPr>
          <p:nvPr>
            <p:ph type="body" sz="quarter" idx="23"/>
          </p:nvPr>
        </p:nvSpPr>
        <p:spPr>
          <a:xfrm>
            <a:off x="1237265" y="3319716"/>
            <a:ext cx="8775098" cy="717742"/>
          </a:xfrm>
        </p:spPr>
        <p:txBody>
          <a:bodyPr/>
          <a:lstStyle/>
          <a:p>
            <a:r>
              <a:rPr lang="en-US"/>
              <a:t>Contributor</a:t>
            </a:r>
          </a:p>
          <a:p>
            <a:r>
              <a:rPr lang="en-US"/>
              <a:t>Owner</a:t>
            </a:r>
          </a:p>
          <a:p>
            <a:r>
              <a:rPr lang="en-US"/>
              <a:t>Reader</a:t>
            </a:r>
          </a:p>
        </p:txBody>
      </p:sp>
      <p:sp>
        <p:nvSpPr>
          <p:cNvPr id="68" name="Oval 67">
            <a:extLst>
              <a:ext uri="{FF2B5EF4-FFF2-40B4-BE49-F238E27FC236}">
                <a16:creationId xmlns:a16="http://schemas.microsoft.com/office/drawing/2014/main" id="{777A37B6-A9CB-BB4A-87B0-45F6FCC1E385}"/>
              </a:ext>
              <a:ext uri="{C183D7F6-B498-43B3-948B-1728B52AA6E4}">
                <adec:decorative xmlns:adec="http://schemas.microsoft.com/office/drawing/2017/decorative" val="1"/>
              </a:ext>
            </a:extLst>
          </p:cNvPr>
          <p:cNvSpPr/>
          <p:nvPr/>
        </p:nvSpPr>
        <p:spPr bwMode="auto">
          <a:xfrm>
            <a:off x="762630" y="45339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3</a:t>
            </a:r>
            <a:endParaRPr kumimoji="0" lang="en-IN" sz="1800" b="1" i="0" u="none" strike="noStrike" cap="none" spc="0" normalizeH="0" baseline="0" noProof="0">
              <a:ln>
                <a:noFill/>
              </a:ln>
              <a:solidFill>
                <a:schemeClr val="tx1"/>
              </a:solidFill>
              <a:effectLst/>
              <a:uLnTx/>
              <a:uFillTx/>
            </a:endParaRPr>
          </a:p>
        </p:txBody>
      </p:sp>
      <p:sp>
        <p:nvSpPr>
          <p:cNvPr id="46" name="Text Placeholder 45">
            <a:extLst>
              <a:ext uri="{FF2B5EF4-FFF2-40B4-BE49-F238E27FC236}">
                <a16:creationId xmlns:a16="http://schemas.microsoft.com/office/drawing/2014/main" id="{3D98EEE8-67D1-2D3E-7391-CC832A8EBAD7}"/>
              </a:ext>
            </a:extLst>
          </p:cNvPr>
          <p:cNvSpPr>
            <a:spLocks noGrp="1"/>
          </p:cNvSpPr>
          <p:nvPr>
            <p:ph type="body" sz="quarter" idx="20"/>
          </p:nvPr>
        </p:nvSpPr>
        <p:spPr>
          <a:xfrm>
            <a:off x="1235075" y="4548993"/>
            <a:ext cx="8778782" cy="215444"/>
          </a:xfrm>
        </p:spPr>
        <p:txBody>
          <a:bodyPr/>
          <a:lstStyle/>
          <a:p>
            <a:r>
              <a:rPr lang="en-US"/>
              <a:t>At what scope level was the RBAC role assigned in this guided project?</a:t>
            </a:r>
          </a:p>
        </p:txBody>
      </p:sp>
      <p:sp>
        <p:nvSpPr>
          <p:cNvPr id="47" name="Text Placeholder 46">
            <a:extLst>
              <a:ext uri="{FF2B5EF4-FFF2-40B4-BE49-F238E27FC236}">
                <a16:creationId xmlns:a16="http://schemas.microsoft.com/office/drawing/2014/main" id="{186FE5B3-66E9-C9E3-BB22-698F0D137014}"/>
              </a:ext>
            </a:extLst>
          </p:cNvPr>
          <p:cNvSpPr>
            <a:spLocks noGrp="1"/>
          </p:cNvSpPr>
          <p:nvPr>
            <p:ph type="body" sz="quarter" idx="21"/>
          </p:nvPr>
        </p:nvSpPr>
        <p:spPr>
          <a:xfrm>
            <a:off x="1237265" y="4764437"/>
            <a:ext cx="8775098" cy="718092"/>
          </a:xfrm>
        </p:spPr>
        <p:txBody>
          <a:bodyPr/>
          <a:lstStyle/>
          <a:p>
            <a:r>
              <a:rPr lang="en-US"/>
              <a:t>Subscription</a:t>
            </a:r>
          </a:p>
          <a:p>
            <a:r>
              <a:rPr lang="en-US"/>
              <a:t>Resource group</a:t>
            </a:r>
          </a:p>
          <a:p>
            <a:r>
              <a:rPr lang="en-US"/>
              <a:t>Individual resource</a:t>
            </a:r>
          </a:p>
        </p:txBody>
      </p:sp>
    </p:spTree>
    <p:extLst>
      <p:ext uri="{BB962C8B-B14F-4D97-AF65-F5344CB8AC3E}">
        <p14:creationId xmlns:p14="http://schemas.microsoft.com/office/powerpoint/2010/main" val="42648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384610"/>
            <a:ext cx="6345239" cy="615553"/>
          </a:xfrm>
        </p:spPr>
        <p:txBody>
          <a:bodyPr/>
          <a:lstStyle/>
          <a:p>
            <a:r>
              <a:rPr lang="en-US"/>
              <a:t>Guided project: Share files securely</a:t>
            </a:r>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492443"/>
          </a:xfrm>
        </p:spPr>
        <p:txBody>
          <a:bodyPr/>
          <a:lstStyle/>
          <a:p>
            <a:r>
              <a:rPr lang="en-US"/>
              <a:t>Learning Objectives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88262" y="1078992"/>
            <a:ext cx="8193024" cy="24622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After completing this module, you will be able to:</a:t>
            </a:r>
          </a:p>
        </p:txBody>
      </p:sp>
      <p:sp>
        <p:nvSpPr>
          <p:cNvPr id="80" name="Oval 79" descr="icon of a finger pushing a button">
            <a:extLst>
              <a:ext uri="{FF2B5EF4-FFF2-40B4-BE49-F238E27FC236}">
                <a16:creationId xmlns:a16="http://schemas.microsoft.com/office/drawing/2014/main" id="{71DB8D22-926F-853E-F0C8-764493609A16}"/>
              </a:ext>
            </a:extLst>
          </p:cNvPr>
          <p:cNvSpPr>
            <a:spLocks/>
          </p:cNvSpPr>
          <p:nvPr/>
        </p:nvSpPr>
        <p:spPr bwMode="auto">
          <a:xfrm>
            <a:off x="624243" y="1561801"/>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1</a:t>
            </a:r>
          </a:p>
        </p:txBody>
      </p:sp>
      <p:sp>
        <p:nvSpPr>
          <p:cNvPr id="98" name="Oval 97" descr="icon of a finger pushing a button">
            <a:extLst>
              <a:ext uri="{FF2B5EF4-FFF2-40B4-BE49-F238E27FC236}">
                <a16:creationId xmlns:a16="http://schemas.microsoft.com/office/drawing/2014/main" id="{FB9D4D78-EC2D-5052-0537-EF8AA477E116}"/>
              </a:ext>
            </a:extLst>
          </p:cNvPr>
          <p:cNvSpPr>
            <a:spLocks/>
          </p:cNvSpPr>
          <p:nvPr/>
        </p:nvSpPr>
        <p:spPr bwMode="auto">
          <a:xfrm>
            <a:off x="624243" y="2610357"/>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2</a:t>
            </a:r>
          </a:p>
        </p:txBody>
      </p:sp>
      <p:sp>
        <p:nvSpPr>
          <p:cNvPr id="101" name="Oval 100" descr="icon of a finger pushing a button">
            <a:extLst>
              <a:ext uri="{FF2B5EF4-FFF2-40B4-BE49-F238E27FC236}">
                <a16:creationId xmlns:a16="http://schemas.microsoft.com/office/drawing/2014/main" id="{E06C7E83-F806-C0D7-C7A7-6090B76A8795}"/>
              </a:ext>
            </a:extLst>
          </p:cNvPr>
          <p:cNvSpPr>
            <a:spLocks/>
          </p:cNvSpPr>
          <p:nvPr/>
        </p:nvSpPr>
        <p:spPr bwMode="auto">
          <a:xfrm>
            <a:off x="624243" y="3656520"/>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3</a:t>
            </a:r>
          </a:p>
        </p:txBody>
      </p:sp>
      <p:sp>
        <p:nvSpPr>
          <p:cNvPr id="3" name="TextBox 2">
            <a:extLst>
              <a:ext uri="{FF2B5EF4-FFF2-40B4-BE49-F238E27FC236}">
                <a16:creationId xmlns:a16="http://schemas.microsoft.com/office/drawing/2014/main" id="{A7A334F9-008A-772B-75DD-94814D31A5C5}"/>
              </a:ext>
            </a:extLst>
          </p:cNvPr>
          <p:cNvSpPr txBox="1"/>
          <p:nvPr/>
        </p:nvSpPr>
        <p:spPr>
          <a:xfrm>
            <a:off x="1278673" y="1658721"/>
            <a:ext cx="6094140" cy="363946"/>
          </a:xfrm>
          <a:prstGeom prst="rect">
            <a:avLst/>
          </a:prstGeom>
          <a:noFill/>
        </p:spPr>
        <p:txBody>
          <a:bodyPr wrap="square">
            <a:spAutoFit/>
          </a:bodyPr>
          <a:lstStyle/>
          <a:p>
            <a:pPr marL="0" indent="0">
              <a:buNone/>
            </a:pPr>
            <a:r>
              <a:rPr lang="en-US"/>
              <a:t>Create blob storage and generate policy-based SAS links for secure sharing</a:t>
            </a:r>
          </a:p>
        </p:txBody>
      </p:sp>
      <p:sp>
        <p:nvSpPr>
          <p:cNvPr id="4" name="TextBox 3">
            <a:extLst>
              <a:ext uri="{FF2B5EF4-FFF2-40B4-BE49-F238E27FC236}">
                <a16:creationId xmlns:a16="http://schemas.microsoft.com/office/drawing/2014/main" id="{DB579C9B-F7A4-7E0C-9200-F2877670E307}"/>
              </a:ext>
            </a:extLst>
          </p:cNvPr>
          <p:cNvSpPr txBox="1"/>
          <p:nvPr/>
        </p:nvSpPr>
        <p:spPr>
          <a:xfrm>
            <a:off x="1278673" y="2707277"/>
            <a:ext cx="6094140" cy="363946"/>
          </a:xfrm>
          <a:prstGeom prst="rect">
            <a:avLst/>
          </a:prstGeom>
          <a:noFill/>
        </p:spPr>
        <p:txBody>
          <a:bodyPr wrap="square">
            <a:spAutoFit/>
          </a:bodyPr>
          <a:lstStyle/>
          <a:p>
            <a:pPr marL="0" indent="0">
              <a:buNone/>
            </a:pPr>
            <a:r>
              <a:rPr lang="en-US"/>
              <a:t>Validate SAS access and revoke it instantly by deleting a stored access policy</a:t>
            </a:r>
          </a:p>
        </p:txBody>
      </p:sp>
      <p:sp>
        <p:nvSpPr>
          <p:cNvPr id="5" name="TextBox 4">
            <a:extLst>
              <a:ext uri="{FF2B5EF4-FFF2-40B4-BE49-F238E27FC236}">
                <a16:creationId xmlns:a16="http://schemas.microsoft.com/office/drawing/2014/main" id="{A5B8A17C-B91D-30D4-5E57-41F17094592B}"/>
              </a:ext>
            </a:extLst>
          </p:cNvPr>
          <p:cNvSpPr txBox="1"/>
          <p:nvPr/>
        </p:nvSpPr>
        <p:spPr>
          <a:xfrm>
            <a:off x="1278672" y="3753440"/>
            <a:ext cx="7296615" cy="363946"/>
          </a:xfrm>
          <a:prstGeom prst="rect">
            <a:avLst/>
          </a:prstGeom>
          <a:noFill/>
        </p:spPr>
        <p:txBody>
          <a:bodyPr wrap="square">
            <a:spAutoFit/>
          </a:bodyPr>
          <a:lstStyle/>
          <a:p>
            <a:pPr marL="0" indent="0">
              <a:buNone/>
            </a:pPr>
            <a:r>
              <a:rPr lang="en-US"/>
              <a:t>Configure lifecycle management rules to auto-delete shared files</a:t>
            </a:r>
          </a:p>
        </p:txBody>
      </p:sp>
    </p:spTree>
    <p:extLst>
      <p:ext uri="{BB962C8B-B14F-4D97-AF65-F5344CB8AC3E}">
        <p14:creationId xmlns:p14="http://schemas.microsoft.com/office/powerpoint/2010/main" val="38852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p:txBody>
          <a:bodyPr/>
          <a:lstStyle/>
          <a:p>
            <a:r>
              <a:rPr lang="en-US" dirty="0"/>
              <a:t>Project: Secure file sharing with SAS objectives</a:t>
            </a:r>
          </a:p>
        </p:txBody>
      </p:sp>
      <p:sp>
        <p:nvSpPr>
          <p:cNvPr id="3" name="Text Placeholder 2">
            <a:extLst>
              <a:ext uri="{FF2B5EF4-FFF2-40B4-BE49-F238E27FC236}">
                <a16:creationId xmlns:a16="http://schemas.microsoft.com/office/drawing/2014/main" id="{79D5D1DB-501A-584F-84BD-B088CB1330CA}"/>
              </a:ext>
            </a:extLst>
          </p:cNvPr>
          <p:cNvSpPr>
            <a:spLocks noGrp="1"/>
          </p:cNvSpPr>
          <p:nvPr>
            <p:ph type="body" sz="quarter" idx="15"/>
          </p:nvPr>
        </p:nvSpPr>
        <p:spPr/>
        <p:txBody>
          <a:bodyPr/>
          <a:lstStyle/>
          <a:p>
            <a:r>
              <a:rPr lang="en-US"/>
              <a:t>Scenario: Share monthly reports with an external partner for a short review window</a:t>
            </a:r>
          </a:p>
          <a:p>
            <a:r>
              <a:rPr lang="en-US"/>
              <a:t>Stored access policies let you centrally manage and revoke SAS tokens instantly</a:t>
            </a:r>
          </a:p>
          <a:p>
            <a:r>
              <a:rPr lang="en-US"/>
              <a:t>Exercise 1: Create a storage account, private container, and upload a file</a:t>
            </a:r>
          </a:p>
          <a:p>
            <a:r>
              <a:rPr lang="en-US"/>
              <a:t>Exercise 2: Create a stored access policy and generate a SAS link</a:t>
            </a:r>
          </a:p>
          <a:p>
            <a:r>
              <a:rPr lang="en-US"/>
              <a:t>Exercise 3: Test SAS access and verify direct access is blocked</a:t>
            </a:r>
          </a:p>
          <a:p>
            <a:r>
              <a:rPr lang="en-US"/>
              <a:t>Exercise 4: Revoke access by deleting the stored access policy</a:t>
            </a:r>
          </a:p>
          <a:p>
            <a:r>
              <a:rPr lang="en-US"/>
              <a:t>Exercise 5: Configure lifecycle management for automatic cleanup</a:t>
            </a:r>
          </a:p>
        </p:txBody>
      </p:sp>
      <p:sp>
        <p:nvSpPr>
          <p:cNvPr id="2" name="Footer Placeholder 1">
            <a:extLst>
              <a:ext uri="{FF2B5EF4-FFF2-40B4-BE49-F238E27FC236}">
                <a16:creationId xmlns:a16="http://schemas.microsoft.com/office/drawing/2014/main" id="{8AFBEE60-FD8C-A0CF-7078-D82CFC31F74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0285458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97F20-6A23-A1FE-9722-82B0F5FC0CA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AA9BCA4-CF41-7768-CA38-D02E10753424}"/>
              </a:ext>
            </a:extLst>
          </p:cNvPr>
          <p:cNvSpPr>
            <a:spLocks noGrp="1"/>
          </p:cNvSpPr>
          <p:nvPr>
            <p:ph type="title"/>
          </p:nvPr>
        </p:nvSpPr>
        <p:spPr/>
        <p:txBody>
          <a:bodyPr/>
          <a:lstStyle/>
          <a:p>
            <a:r>
              <a:rPr lang="en-US" dirty="0"/>
              <a:t>Project: Secure file sharing with SAS diagram</a:t>
            </a:r>
          </a:p>
        </p:txBody>
      </p:sp>
      <p:sp>
        <p:nvSpPr>
          <p:cNvPr id="2" name="Footer Placeholder 1">
            <a:extLst>
              <a:ext uri="{FF2B5EF4-FFF2-40B4-BE49-F238E27FC236}">
                <a16:creationId xmlns:a16="http://schemas.microsoft.com/office/drawing/2014/main" id="{8118F3D5-76EA-25BF-E474-E281C7016A40}"/>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0055" name="Picture 55" descr="Diagram showing secure file sharing with private container, stored access policy, SAS token, and lifecycle management">
            <a:extLst>
              <a:ext uri="{FF2B5EF4-FFF2-40B4-BE49-F238E27FC236}">
                <a16:creationId xmlns:a16="http://schemas.microsoft.com/office/drawing/2014/main" id="{149CB86F-A6A8-0B30-7F6C-2873689B243F}"/>
              </a:ext>
            </a:extLst>
          </p:cNvPr>
          <p:cNvPicPr>
            <a:picLocks noChangeAspect="1"/>
          </p:cNvPicPr>
          <p:nvPr/>
        </p:nvPicPr>
        <p:blipFill>
          <a:blip r:embed="rId3"/>
          <a:stretch>
            <a:fillRect/>
          </a:stretch>
        </p:blipFill>
        <p:spPr>
          <a:xfrm>
            <a:off x="589263" y="1143657"/>
            <a:ext cx="11013474" cy="4482228"/>
          </a:xfrm>
          <a:prstGeom prst="rect">
            <a:avLst/>
          </a:prstGeom>
        </p:spPr>
      </p:pic>
    </p:spTree>
    <p:extLst>
      <p:ext uri="{BB962C8B-B14F-4D97-AF65-F5344CB8AC3E}">
        <p14:creationId xmlns:p14="http://schemas.microsoft.com/office/powerpoint/2010/main" val="1898175949"/>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369332"/>
          </a:xfrm>
        </p:spPr>
        <p:txBody>
          <a:bodyPr/>
          <a:lstStyle/>
          <a:p>
            <a:r>
              <a:rPr lang="en-US" sz="2400"/>
              <a:t>Knowledge check</a:t>
            </a:r>
          </a:p>
        </p:txBody>
      </p:sp>
      <p:sp>
        <p:nvSpPr>
          <p:cNvPr id="62" name="Oval 61">
            <a:extLst>
              <a:ext uri="{FF2B5EF4-FFF2-40B4-BE49-F238E27FC236}">
                <a16:creationId xmlns:a16="http://schemas.microsoft.com/office/drawing/2014/main" id="{38B2345D-BE89-08EF-61B3-D484C084B9D3}"/>
              </a:ext>
              <a:ext uri="{C183D7F6-B498-43B3-948B-1728B52AA6E4}">
                <adec:decorative xmlns:adec="http://schemas.microsoft.com/office/drawing/2017/decorative" val="1"/>
              </a:ext>
            </a:extLst>
          </p:cNvPr>
          <p:cNvSpPr/>
          <p:nvPr/>
        </p:nvSpPr>
        <p:spPr bwMode="auto">
          <a:xfrm>
            <a:off x="762630" y="1543544"/>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1</a:t>
            </a:r>
            <a:endParaRPr kumimoji="0" lang="en-IN" sz="1800" b="1" i="0" u="none" strike="noStrike" cap="none" spc="0" normalizeH="0" baseline="0" noProof="0">
              <a:ln>
                <a:noFill/>
              </a:ln>
              <a:solidFill>
                <a:schemeClr val="tx1"/>
              </a:solidFill>
              <a:effectLst/>
              <a:uLnTx/>
              <a:uFillTx/>
            </a:endParaRPr>
          </a:p>
        </p:txBody>
      </p:sp>
      <p:sp>
        <p:nvSpPr>
          <p:cNvPr id="45" name="Text Placeholder 44">
            <a:extLst>
              <a:ext uri="{FF2B5EF4-FFF2-40B4-BE49-F238E27FC236}">
                <a16:creationId xmlns:a16="http://schemas.microsoft.com/office/drawing/2014/main" id="{C69EFE34-0D17-CE53-E56C-DE5F9AD2A216}"/>
              </a:ext>
            </a:extLst>
          </p:cNvPr>
          <p:cNvSpPr>
            <a:spLocks noGrp="1"/>
          </p:cNvSpPr>
          <p:nvPr>
            <p:ph type="body" sz="quarter" idx="17"/>
          </p:nvPr>
        </p:nvSpPr>
        <p:spPr>
          <a:xfrm>
            <a:off x="1235075" y="1595378"/>
            <a:ext cx="8778782" cy="215444"/>
          </a:xfrm>
        </p:spPr>
        <p:txBody>
          <a:bodyPr/>
          <a:lstStyle/>
          <a:p>
            <a:r>
              <a:rPr lang="en-US"/>
              <a:t>How can you instantly revoke all SAS tokens generated from a stored access policy?</a:t>
            </a:r>
          </a:p>
        </p:txBody>
      </p:sp>
      <p:sp>
        <p:nvSpPr>
          <p:cNvPr id="44" name="Text Placeholder 43">
            <a:extLst>
              <a:ext uri="{FF2B5EF4-FFF2-40B4-BE49-F238E27FC236}">
                <a16:creationId xmlns:a16="http://schemas.microsoft.com/office/drawing/2014/main" id="{FF4FDC0E-CA8C-D089-FEBB-097944DE30EA}"/>
              </a:ext>
            </a:extLst>
          </p:cNvPr>
          <p:cNvSpPr>
            <a:spLocks noGrp="1"/>
          </p:cNvSpPr>
          <p:nvPr>
            <p:ph type="body" sz="quarter" idx="15"/>
          </p:nvPr>
        </p:nvSpPr>
        <p:spPr>
          <a:xfrm>
            <a:off x="1237265" y="1862656"/>
            <a:ext cx="8775098" cy="215444"/>
          </a:xfrm>
        </p:spPr>
        <p:txBody>
          <a:bodyPr/>
          <a:lstStyle/>
          <a:p>
            <a:r>
              <a:rPr lang="en-US"/>
              <a:t>Regenerate the storage account access keys</a:t>
            </a:r>
          </a:p>
          <a:p>
            <a:r>
              <a:rPr lang="en-US"/>
              <a:t>Delete the stored access policy</a:t>
            </a:r>
          </a:p>
          <a:p>
            <a:r>
              <a:rPr lang="en-US"/>
              <a:t>Set the SAS token expiry to a past date</a:t>
            </a:r>
          </a:p>
        </p:txBody>
      </p:sp>
      <p:sp>
        <p:nvSpPr>
          <p:cNvPr id="65" name="Oval 64">
            <a:extLst>
              <a:ext uri="{FF2B5EF4-FFF2-40B4-BE49-F238E27FC236}">
                <a16:creationId xmlns:a16="http://schemas.microsoft.com/office/drawing/2014/main" id="{3913CA8F-39A3-053F-2538-5DE3EB1A2660}"/>
              </a:ext>
              <a:ext uri="{C183D7F6-B498-43B3-948B-1728B52AA6E4}">
                <adec:decorative xmlns:adec="http://schemas.microsoft.com/office/drawing/2017/decorative" val="1"/>
              </a:ext>
            </a:extLst>
          </p:cNvPr>
          <p:cNvSpPr/>
          <p:nvPr/>
        </p:nvSpPr>
        <p:spPr bwMode="auto">
          <a:xfrm>
            <a:off x="762630" y="29845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2</a:t>
            </a:r>
            <a:endParaRPr kumimoji="0" lang="en-IN" sz="1800" b="1" i="0" u="none" strike="noStrike" cap="none" spc="0" normalizeH="0" baseline="0" noProof="0">
              <a:ln>
                <a:noFill/>
              </a:ln>
              <a:solidFill>
                <a:schemeClr val="tx1"/>
              </a:solidFill>
              <a:effectLst/>
              <a:uLnTx/>
              <a:uFillTx/>
            </a:endParaRPr>
          </a:p>
        </p:txBody>
      </p:sp>
      <p:sp>
        <p:nvSpPr>
          <p:cNvPr id="48" name="Text Placeholder 47">
            <a:extLst>
              <a:ext uri="{FF2B5EF4-FFF2-40B4-BE49-F238E27FC236}">
                <a16:creationId xmlns:a16="http://schemas.microsoft.com/office/drawing/2014/main" id="{65456690-3FCA-6CB0-2BF8-0E246247B3FC}"/>
              </a:ext>
            </a:extLst>
          </p:cNvPr>
          <p:cNvSpPr>
            <a:spLocks noGrp="1"/>
          </p:cNvSpPr>
          <p:nvPr>
            <p:ph type="body" sz="quarter" idx="22"/>
          </p:nvPr>
        </p:nvSpPr>
        <p:spPr>
          <a:xfrm>
            <a:off x="1235075" y="3042690"/>
            <a:ext cx="8778782" cy="215444"/>
          </a:xfrm>
        </p:spPr>
        <p:txBody>
          <a:bodyPr/>
          <a:lstStyle/>
          <a:p>
            <a:r>
              <a:rPr lang="en-US"/>
              <a:t>What determines the permissions and expiry of a policy-based SAS token?</a:t>
            </a:r>
          </a:p>
        </p:txBody>
      </p:sp>
      <p:sp>
        <p:nvSpPr>
          <p:cNvPr id="49" name="Text Placeholder 48">
            <a:extLst>
              <a:ext uri="{FF2B5EF4-FFF2-40B4-BE49-F238E27FC236}">
                <a16:creationId xmlns:a16="http://schemas.microsoft.com/office/drawing/2014/main" id="{A28FE2C3-AD85-D5CF-2BC2-01C5A98D45F1}"/>
              </a:ext>
            </a:extLst>
          </p:cNvPr>
          <p:cNvSpPr>
            <a:spLocks noGrp="1"/>
          </p:cNvSpPr>
          <p:nvPr>
            <p:ph type="body" sz="quarter" idx="23"/>
          </p:nvPr>
        </p:nvSpPr>
        <p:spPr>
          <a:xfrm>
            <a:off x="1237265" y="3319716"/>
            <a:ext cx="8775098" cy="717742"/>
          </a:xfrm>
        </p:spPr>
        <p:txBody>
          <a:bodyPr/>
          <a:lstStyle/>
          <a:p>
            <a:r>
              <a:rPr lang="en-US"/>
              <a:t>The storage account access tier</a:t>
            </a:r>
          </a:p>
          <a:p>
            <a:r>
              <a:rPr lang="en-US"/>
              <a:t>The stored access policy</a:t>
            </a:r>
          </a:p>
          <a:p>
            <a:r>
              <a:rPr lang="en-US"/>
              <a:t>The container public access level</a:t>
            </a:r>
          </a:p>
        </p:txBody>
      </p:sp>
      <p:sp>
        <p:nvSpPr>
          <p:cNvPr id="68" name="Oval 67">
            <a:extLst>
              <a:ext uri="{FF2B5EF4-FFF2-40B4-BE49-F238E27FC236}">
                <a16:creationId xmlns:a16="http://schemas.microsoft.com/office/drawing/2014/main" id="{777A37B6-A9CB-BB4A-87B0-45F6FCC1E385}"/>
              </a:ext>
              <a:ext uri="{C183D7F6-B498-43B3-948B-1728B52AA6E4}">
                <adec:decorative xmlns:adec="http://schemas.microsoft.com/office/drawing/2017/decorative" val="1"/>
              </a:ext>
            </a:extLst>
          </p:cNvPr>
          <p:cNvSpPr/>
          <p:nvPr/>
        </p:nvSpPr>
        <p:spPr bwMode="auto">
          <a:xfrm>
            <a:off x="762630" y="45339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3</a:t>
            </a:r>
            <a:endParaRPr kumimoji="0" lang="en-IN" sz="1800" b="1" i="0" u="none" strike="noStrike" cap="none" spc="0" normalizeH="0" baseline="0" noProof="0">
              <a:ln>
                <a:noFill/>
              </a:ln>
              <a:solidFill>
                <a:schemeClr val="tx1"/>
              </a:solidFill>
              <a:effectLst/>
              <a:uLnTx/>
              <a:uFillTx/>
            </a:endParaRPr>
          </a:p>
        </p:txBody>
      </p:sp>
      <p:sp>
        <p:nvSpPr>
          <p:cNvPr id="46" name="Text Placeholder 45">
            <a:extLst>
              <a:ext uri="{FF2B5EF4-FFF2-40B4-BE49-F238E27FC236}">
                <a16:creationId xmlns:a16="http://schemas.microsoft.com/office/drawing/2014/main" id="{3D98EEE8-67D1-2D3E-7391-CC832A8EBAD7}"/>
              </a:ext>
            </a:extLst>
          </p:cNvPr>
          <p:cNvSpPr>
            <a:spLocks noGrp="1"/>
          </p:cNvSpPr>
          <p:nvPr>
            <p:ph type="body" sz="quarter" idx="20"/>
          </p:nvPr>
        </p:nvSpPr>
        <p:spPr>
          <a:xfrm>
            <a:off x="1235075" y="4548993"/>
            <a:ext cx="8778782" cy="215444"/>
          </a:xfrm>
        </p:spPr>
        <p:txBody>
          <a:bodyPr/>
          <a:lstStyle/>
          <a:p>
            <a:r>
              <a:rPr lang="en-US"/>
              <a:t>What does a lifecycle management rule do for blob storage?</a:t>
            </a:r>
          </a:p>
        </p:txBody>
      </p:sp>
      <p:sp>
        <p:nvSpPr>
          <p:cNvPr id="47" name="Text Placeholder 46">
            <a:extLst>
              <a:ext uri="{FF2B5EF4-FFF2-40B4-BE49-F238E27FC236}">
                <a16:creationId xmlns:a16="http://schemas.microsoft.com/office/drawing/2014/main" id="{186FE5B3-66E9-C9E3-BB22-698F0D137014}"/>
              </a:ext>
            </a:extLst>
          </p:cNvPr>
          <p:cNvSpPr>
            <a:spLocks noGrp="1"/>
          </p:cNvSpPr>
          <p:nvPr>
            <p:ph type="body" sz="quarter" idx="21"/>
          </p:nvPr>
        </p:nvSpPr>
        <p:spPr>
          <a:xfrm>
            <a:off x="1237265" y="4764437"/>
            <a:ext cx="8775098" cy="718092"/>
          </a:xfrm>
        </p:spPr>
        <p:txBody>
          <a:bodyPr/>
          <a:lstStyle/>
          <a:p>
            <a:r>
              <a:rPr lang="en-US"/>
              <a:t>Moves blobs between storage accounts</a:t>
            </a:r>
          </a:p>
          <a:p>
            <a:r>
              <a:rPr lang="en-US"/>
              <a:t>Backs up blobs to a secondary region</a:t>
            </a:r>
          </a:p>
          <a:p>
            <a:r>
              <a:rPr lang="en-US"/>
              <a:t>Automatically deletes or moves blobs based on age</a:t>
            </a:r>
          </a:p>
        </p:txBody>
      </p:sp>
    </p:spTree>
    <p:extLst>
      <p:ext uri="{BB962C8B-B14F-4D97-AF65-F5344CB8AC3E}">
        <p14:creationId xmlns:p14="http://schemas.microsoft.com/office/powerpoint/2010/main" val="42648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384610"/>
            <a:ext cx="6345239" cy="615553"/>
          </a:xfrm>
        </p:spPr>
        <p:txBody>
          <a:bodyPr/>
          <a:lstStyle/>
          <a:p>
            <a:r>
              <a:rPr lang="en-US"/>
              <a:t>Guided project: Set up cost guardrails in Azure</a:t>
            </a:r>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492443"/>
          </a:xfrm>
        </p:spPr>
        <p:txBody>
          <a:bodyPr/>
          <a:lstStyle/>
          <a:p>
            <a:r>
              <a:rPr lang="en-US"/>
              <a:t>Learning Objectives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88262" y="1078992"/>
            <a:ext cx="8193024" cy="24622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After completing this module, you will be able to:</a:t>
            </a:r>
          </a:p>
        </p:txBody>
      </p:sp>
      <p:sp>
        <p:nvSpPr>
          <p:cNvPr id="80" name="Oval 79" descr="icon of a finger pushing a button">
            <a:extLst>
              <a:ext uri="{FF2B5EF4-FFF2-40B4-BE49-F238E27FC236}">
                <a16:creationId xmlns:a16="http://schemas.microsoft.com/office/drawing/2014/main" id="{71DB8D22-926F-853E-F0C8-764493609A16}"/>
              </a:ext>
            </a:extLst>
          </p:cNvPr>
          <p:cNvSpPr>
            <a:spLocks/>
          </p:cNvSpPr>
          <p:nvPr/>
        </p:nvSpPr>
        <p:spPr bwMode="auto">
          <a:xfrm>
            <a:off x="624243" y="1561801"/>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1</a:t>
            </a:r>
          </a:p>
        </p:txBody>
      </p:sp>
      <p:sp>
        <p:nvSpPr>
          <p:cNvPr id="98" name="Oval 97" descr="icon of a finger pushing a button">
            <a:extLst>
              <a:ext uri="{FF2B5EF4-FFF2-40B4-BE49-F238E27FC236}">
                <a16:creationId xmlns:a16="http://schemas.microsoft.com/office/drawing/2014/main" id="{FB9D4D78-EC2D-5052-0537-EF8AA477E116}"/>
              </a:ext>
            </a:extLst>
          </p:cNvPr>
          <p:cNvSpPr>
            <a:spLocks/>
          </p:cNvSpPr>
          <p:nvPr/>
        </p:nvSpPr>
        <p:spPr bwMode="auto">
          <a:xfrm>
            <a:off x="624243" y="2610357"/>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2</a:t>
            </a:r>
          </a:p>
        </p:txBody>
      </p:sp>
      <p:sp>
        <p:nvSpPr>
          <p:cNvPr id="101" name="Oval 100" descr="icon of a finger pushing a button">
            <a:extLst>
              <a:ext uri="{FF2B5EF4-FFF2-40B4-BE49-F238E27FC236}">
                <a16:creationId xmlns:a16="http://schemas.microsoft.com/office/drawing/2014/main" id="{E06C7E83-F806-C0D7-C7A7-6090B76A8795}"/>
              </a:ext>
            </a:extLst>
          </p:cNvPr>
          <p:cNvSpPr>
            <a:spLocks/>
          </p:cNvSpPr>
          <p:nvPr/>
        </p:nvSpPr>
        <p:spPr bwMode="auto">
          <a:xfrm>
            <a:off x="624243" y="3656520"/>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3</a:t>
            </a:r>
          </a:p>
        </p:txBody>
      </p:sp>
      <p:sp>
        <p:nvSpPr>
          <p:cNvPr id="3" name="TextBox 2">
            <a:extLst>
              <a:ext uri="{FF2B5EF4-FFF2-40B4-BE49-F238E27FC236}">
                <a16:creationId xmlns:a16="http://schemas.microsoft.com/office/drawing/2014/main" id="{A7A334F9-008A-772B-75DD-94814D31A5C5}"/>
              </a:ext>
            </a:extLst>
          </p:cNvPr>
          <p:cNvSpPr txBox="1"/>
          <p:nvPr/>
        </p:nvSpPr>
        <p:spPr>
          <a:xfrm>
            <a:off x="1278673" y="1658721"/>
            <a:ext cx="6094140" cy="363946"/>
          </a:xfrm>
          <a:prstGeom prst="rect">
            <a:avLst/>
          </a:prstGeom>
          <a:noFill/>
        </p:spPr>
        <p:txBody>
          <a:bodyPr wrap="square">
            <a:spAutoFit/>
          </a:bodyPr>
          <a:lstStyle/>
          <a:p>
            <a:pPr marL="0" indent="0">
              <a:buNone/>
            </a:pPr>
            <a:r>
              <a:rPr lang="en-US"/>
              <a:t>Apply consistent resource tags for cost tracking</a:t>
            </a:r>
          </a:p>
        </p:txBody>
      </p:sp>
      <p:sp>
        <p:nvSpPr>
          <p:cNvPr id="4" name="TextBox 3">
            <a:extLst>
              <a:ext uri="{FF2B5EF4-FFF2-40B4-BE49-F238E27FC236}">
                <a16:creationId xmlns:a16="http://schemas.microsoft.com/office/drawing/2014/main" id="{DB579C9B-F7A4-7E0C-9200-F2877670E307}"/>
              </a:ext>
            </a:extLst>
          </p:cNvPr>
          <p:cNvSpPr txBox="1"/>
          <p:nvPr/>
        </p:nvSpPr>
        <p:spPr>
          <a:xfrm>
            <a:off x="1278673" y="2707277"/>
            <a:ext cx="6094140" cy="363946"/>
          </a:xfrm>
          <a:prstGeom prst="rect">
            <a:avLst/>
          </a:prstGeom>
          <a:noFill/>
        </p:spPr>
        <p:txBody>
          <a:bodyPr wrap="square">
            <a:spAutoFit/>
          </a:bodyPr>
          <a:lstStyle/>
          <a:p>
            <a:pPr marL="0" indent="0">
              <a:buNone/>
            </a:pPr>
            <a:r>
              <a:rPr lang="en-US"/>
              <a:t>Create budget alerts for early spend visibility</a:t>
            </a:r>
          </a:p>
        </p:txBody>
      </p:sp>
      <p:sp>
        <p:nvSpPr>
          <p:cNvPr id="5" name="TextBox 4">
            <a:extLst>
              <a:ext uri="{FF2B5EF4-FFF2-40B4-BE49-F238E27FC236}">
                <a16:creationId xmlns:a16="http://schemas.microsoft.com/office/drawing/2014/main" id="{A5B8A17C-B91D-30D4-5E57-41F17094592B}"/>
              </a:ext>
            </a:extLst>
          </p:cNvPr>
          <p:cNvSpPr txBox="1"/>
          <p:nvPr/>
        </p:nvSpPr>
        <p:spPr>
          <a:xfrm>
            <a:off x="1278672" y="3753440"/>
            <a:ext cx="7296615" cy="363946"/>
          </a:xfrm>
          <a:prstGeom prst="rect">
            <a:avLst/>
          </a:prstGeom>
          <a:noFill/>
        </p:spPr>
        <p:txBody>
          <a:bodyPr wrap="square">
            <a:spAutoFit/>
          </a:bodyPr>
          <a:lstStyle/>
          <a:p>
            <a:pPr marL="0" indent="0">
              <a:buNone/>
            </a:pPr>
            <a:r>
              <a:rPr lang="en-US"/>
              <a:t>Assign and test a policy control for resource compliance</a:t>
            </a:r>
          </a:p>
        </p:txBody>
      </p:sp>
    </p:spTree>
    <p:extLst>
      <p:ext uri="{BB962C8B-B14F-4D97-AF65-F5344CB8AC3E}">
        <p14:creationId xmlns:p14="http://schemas.microsoft.com/office/powerpoint/2010/main" val="38852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p:txBody>
          <a:bodyPr/>
          <a:lstStyle/>
          <a:p>
            <a:r>
              <a:rPr lang="en-US" dirty="0"/>
              <a:t>Project: Cost guardrails with tags, budgets, and policy objectives</a:t>
            </a:r>
          </a:p>
        </p:txBody>
      </p:sp>
      <p:sp>
        <p:nvSpPr>
          <p:cNvPr id="3" name="Text Placeholder 2">
            <a:extLst>
              <a:ext uri="{FF2B5EF4-FFF2-40B4-BE49-F238E27FC236}">
                <a16:creationId xmlns:a16="http://schemas.microsoft.com/office/drawing/2014/main" id="{79D5D1DB-501A-584F-84BD-B088CB1330CA}"/>
              </a:ext>
            </a:extLst>
          </p:cNvPr>
          <p:cNvSpPr>
            <a:spLocks noGrp="1"/>
          </p:cNvSpPr>
          <p:nvPr>
            <p:ph type="body" sz="quarter" idx="15"/>
          </p:nvPr>
        </p:nvSpPr>
        <p:spPr/>
        <p:txBody>
          <a:bodyPr/>
          <a:lstStyle/>
          <a:p>
            <a:r>
              <a:rPr lang="en-US"/>
              <a:t>Scenario: A pilot team needs clear cost controls before a broader cloud rollout</a:t>
            </a:r>
          </a:p>
          <a:p>
            <a:r>
              <a:rPr lang="en-US"/>
              <a:t>Tags categorize resources for cost reporting; budgets alert when spending reaches thresholds</a:t>
            </a:r>
          </a:p>
          <a:p>
            <a:r>
              <a:rPr lang="en-US"/>
              <a:t>Azure Policy enforces organizational rules like restricting deployment regions</a:t>
            </a:r>
          </a:p>
          <a:p>
            <a:r>
              <a:rPr lang="en-US"/>
              <a:t>Exercise 1: Apply organizational tags for cost tracking</a:t>
            </a:r>
          </a:p>
          <a:p>
            <a:r>
              <a:rPr lang="en-US"/>
              <a:t>Exercise 2: Create a budget with alert thresholds</a:t>
            </a:r>
          </a:p>
          <a:p>
            <a:r>
              <a:rPr lang="en-US"/>
              <a:t>Exercise 3: Assign and test an Azure Policy for region compliance</a:t>
            </a:r>
          </a:p>
        </p:txBody>
      </p:sp>
      <p:sp>
        <p:nvSpPr>
          <p:cNvPr id="2" name="Footer Placeholder 1">
            <a:extLst>
              <a:ext uri="{FF2B5EF4-FFF2-40B4-BE49-F238E27FC236}">
                <a16:creationId xmlns:a16="http://schemas.microsoft.com/office/drawing/2014/main" id="{8AFBEE60-FD8C-A0CF-7078-D82CFC31F74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0285458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6ABE2-EAA3-98B8-CEC5-1FE7F8EC0C7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4946A86-47F0-E279-AFB0-2DF6CB68DBA0}"/>
              </a:ext>
            </a:extLst>
          </p:cNvPr>
          <p:cNvSpPr>
            <a:spLocks noGrp="1"/>
          </p:cNvSpPr>
          <p:nvPr>
            <p:ph type="title"/>
          </p:nvPr>
        </p:nvSpPr>
        <p:spPr/>
        <p:txBody>
          <a:bodyPr/>
          <a:lstStyle/>
          <a:p>
            <a:r>
              <a:rPr lang="en-US" dirty="0"/>
              <a:t>Project: Cost guardrails with tags, budgets, and policy diagram</a:t>
            </a:r>
          </a:p>
        </p:txBody>
      </p:sp>
      <p:sp>
        <p:nvSpPr>
          <p:cNvPr id="2" name="Footer Placeholder 1">
            <a:extLst>
              <a:ext uri="{FF2B5EF4-FFF2-40B4-BE49-F238E27FC236}">
                <a16:creationId xmlns:a16="http://schemas.microsoft.com/office/drawing/2014/main" id="{6A75D8EE-FB30-F47D-5456-9F93A1D59A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0056" name="Picture 56" descr="Diagram showing the three cost guardrail pillars: tags for categorization, budgets for spending alerts, and Azure Policy for compliance enforcement">
            <a:extLst>
              <a:ext uri="{FF2B5EF4-FFF2-40B4-BE49-F238E27FC236}">
                <a16:creationId xmlns:a16="http://schemas.microsoft.com/office/drawing/2014/main" id="{847D269C-D9FC-276E-B36A-E3E0C2173043}"/>
              </a:ext>
            </a:extLst>
          </p:cNvPr>
          <p:cNvPicPr>
            <a:picLocks noChangeAspect="1"/>
          </p:cNvPicPr>
          <p:nvPr/>
        </p:nvPicPr>
        <p:blipFill>
          <a:blip r:embed="rId3"/>
          <a:stretch>
            <a:fillRect/>
          </a:stretch>
        </p:blipFill>
        <p:spPr>
          <a:xfrm>
            <a:off x="556319" y="1293915"/>
            <a:ext cx="11079363" cy="4270171"/>
          </a:xfrm>
          <a:prstGeom prst="rect">
            <a:avLst/>
          </a:prstGeom>
        </p:spPr>
      </p:pic>
    </p:spTree>
    <p:extLst>
      <p:ext uri="{BB962C8B-B14F-4D97-AF65-F5344CB8AC3E}">
        <p14:creationId xmlns:p14="http://schemas.microsoft.com/office/powerpoint/2010/main" val="124671677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369332"/>
          </a:xfrm>
        </p:spPr>
        <p:txBody>
          <a:bodyPr/>
          <a:lstStyle/>
          <a:p>
            <a:r>
              <a:rPr lang="en-US" sz="2400"/>
              <a:t>Knowledge check</a:t>
            </a:r>
          </a:p>
        </p:txBody>
      </p:sp>
      <p:sp>
        <p:nvSpPr>
          <p:cNvPr id="62" name="Oval 61">
            <a:extLst>
              <a:ext uri="{FF2B5EF4-FFF2-40B4-BE49-F238E27FC236}">
                <a16:creationId xmlns:a16="http://schemas.microsoft.com/office/drawing/2014/main" id="{38B2345D-BE89-08EF-61B3-D484C084B9D3}"/>
              </a:ext>
              <a:ext uri="{C183D7F6-B498-43B3-948B-1728B52AA6E4}">
                <adec:decorative xmlns:adec="http://schemas.microsoft.com/office/drawing/2017/decorative" val="1"/>
              </a:ext>
            </a:extLst>
          </p:cNvPr>
          <p:cNvSpPr/>
          <p:nvPr/>
        </p:nvSpPr>
        <p:spPr bwMode="auto">
          <a:xfrm>
            <a:off x="762630" y="1543544"/>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1</a:t>
            </a:r>
            <a:endParaRPr kumimoji="0" lang="en-IN" sz="1800" b="1" i="0" u="none" strike="noStrike" cap="none" spc="0" normalizeH="0" baseline="0" noProof="0">
              <a:ln>
                <a:noFill/>
              </a:ln>
              <a:solidFill>
                <a:schemeClr val="tx1"/>
              </a:solidFill>
              <a:effectLst/>
              <a:uLnTx/>
              <a:uFillTx/>
            </a:endParaRPr>
          </a:p>
        </p:txBody>
      </p:sp>
      <p:sp>
        <p:nvSpPr>
          <p:cNvPr id="45" name="Text Placeholder 44">
            <a:extLst>
              <a:ext uri="{FF2B5EF4-FFF2-40B4-BE49-F238E27FC236}">
                <a16:creationId xmlns:a16="http://schemas.microsoft.com/office/drawing/2014/main" id="{C69EFE34-0D17-CE53-E56C-DE5F9AD2A216}"/>
              </a:ext>
            </a:extLst>
          </p:cNvPr>
          <p:cNvSpPr>
            <a:spLocks noGrp="1"/>
          </p:cNvSpPr>
          <p:nvPr>
            <p:ph type="body" sz="quarter" idx="17"/>
          </p:nvPr>
        </p:nvSpPr>
        <p:spPr>
          <a:xfrm>
            <a:off x="1235075" y="1595378"/>
            <a:ext cx="8778782" cy="215444"/>
          </a:xfrm>
        </p:spPr>
        <p:txBody>
          <a:bodyPr/>
          <a:lstStyle/>
          <a:p>
            <a:r>
              <a:rPr lang="en-US"/>
              <a:t>What happens when a resource deployment violates an Azure Policy with a deny effect?</a:t>
            </a:r>
          </a:p>
        </p:txBody>
      </p:sp>
      <p:sp>
        <p:nvSpPr>
          <p:cNvPr id="44" name="Text Placeholder 43">
            <a:extLst>
              <a:ext uri="{FF2B5EF4-FFF2-40B4-BE49-F238E27FC236}">
                <a16:creationId xmlns:a16="http://schemas.microsoft.com/office/drawing/2014/main" id="{FF4FDC0E-CA8C-D089-FEBB-097944DE30EA}"/>
              </a:ext>
            </a:extLst>
          </p:cNvPr>
          <p:cNvSpPr>
            <a:spLocks noGrp="1"/>
          </p:cNvSpPr>
          <p:nvPr>
            <p:ph type="body" sz="quarter" idx="15"/>
          </p:nvPr>
        </p:nvSpPr>
        <p:spPr>
          <a:xfrm>
            <a:off x="1237265" y="1862656"/>
            <a:ext cx="8775098" cy="215444"/>
          </a:xfrm>
        </p:spPr>
        <p:txBody>
          <a:bodyPr/>
          <a:lstStyle/>
          <a:p>
            <a:r>
              <a:rPr lang="en-US"/>
              <a:t>The deployment succeeds but is flagged as noncompliant</a:t>
            </a:r>
          </a:p>
          <a:p>
            <a:r>
              <a:rPr lang="en-US"/>
              <a:t>The deployment is blocked</a:t>
            </a:r>
          </a:p>
          <a:p>
            <a:r>
              <a:rPr lang="en-US"/>
              <a:t>The resource is deployed and then automatically deleted</a:t>
            </a:r>
          </a:p>
        </p:txBody>
      </p:sp>
      <p:sp>
        <p:nvSpPr>
          <p:cNvPr id="65" name="Oval 64">
            <a:extLst>
              <a:ext uri="{FF2B5EF4-FFF2-40B4-BE49-F238E27FC236}">
                <a16:creationId xmlns:a16="http://schemas.microsoft.com/office/drawing/2014/main" id="{3913CA8F-39A3-053F-2538-5DE3EB1A2660}"/>
              </a:ext>
              <a:ext uri="{C183D7F6-B498-43B3-948B-1728B52AA6E4}">
                <adec:decorative xmlns:adec="http://schemas.microsoft.com/office/drawing/2017/decorative" val="1"/>
              </a:ext>
            </a:extLst>
          </p:cNvPr>
          <p:cNvSpPr/>
          <p:nvPr/>
        </p:nvSpPr>
        <p:spPr bwMode="auto">
          <a:xfrm>
            <a:off x="762630" y="29845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2</a:t>
            </a:r>
            <a:endParaRPr kumimoji="0" lang="en-IN" sz="1800" b="1" i="0" u="none" strike="noStrike" cap="none" spc="0" normalizeH="0" baseline="0" noProof="0">
              <a:ln>
                <a:noFill/>
              </a:ln>
              <a:solidFill>
                <a:schemeClr val="tx1"/>
              </a:solidFill>
              <a:effectLst/>
              <a:uLnTx/>
              <a:uFillTx/>
            </a:endParaRPr>
          </a:p>
        </p:txBody>
      </p:sp>
      <p:sp>
        <p:nvSpPr>
          <p:cNvPr id="48" name="Text Placeholder 47">
            <a:extLst>
              <a:ext uri="{FF2B5EF4-FFF2-40B4-BE49-F238E27FC236}">
                <a16:creationId xmlns:a16="http://schemas.microsoft.com/office/drawing/2014/main" id="{65456690-3FCA-6CB0-2BF8-0E246247B3FC}"/>
              </a:ext>
            </a:extLst>
          </p:cNvPr>
          <p:cNvSpPr>
            <a:spLocks noGrp="1"/>
          </p:cNvSpPr>
          <p:nvPr>
            <p:ph type="body" sz="quarter" idx="22"/>
          </p:nvPr>
        </p:nvSpPr>
        <p:spPr>
          <a:xfrm>
            <a:off x="1235075" y="3042690"/>
            <a:ext cx="8778782" cy="215444"/>
          </a:xfrm>
        </p:spPr>
        <p:txBody>
          <a:bodyPr/>
          <a:lstStyle/>
          <a:p>
            <a:r>
              <a:rPr lang="en-US"/>
              <a:t>What is the purpose of a budget alert in Azure?</a:t>
            </a:r>
          </a:p>
        </p:txBody>
      </p:sp>
      <p:sp>
        <p:nvSpPr>
          <p:cNvPr id="49" name="Text Placeholder 48">
            <a:extLst>
              <a:ext uri="{FF2B5EF4-FFF2-40B4-BE49-F238E27FC236}">
                <a16:creationId xmlns:a16="http://schemas.microsoft.com/office/drawing/2014/main" id="{A28FE2C3-AD85-D5CF-2BC2-01C5A98D45F1}"/>
              </a:ext>
            </a:extLst>
          </p:cNvPr>
          <p:cNvSpPr>
            <a:spLocks noGrp="1"/>
          </p:cNvSpPr>
          <p:nvPr>
            <p:ph type="body" sz="quarter" idx="23"/>
          </p:nvPr>
        </p:nvSpPr>
        <p:spPr>
          <a:xfrm>
            <a:off x="1237265" y="3319716"/>
            <a:ext cx="8775098" cy="717742"/>
          </a:xfrm>
        </p:spPr>
        <p:txBody>
          <a:bodyPr/>
          <a:lstStyle/>
          <a:p>
            <a:r>
              <a:rPr lang="en-US"/>
              <a:t>To automatically stop all running resources</a:t>
            </a:r>
          </a:p>
          <a:p>
            <a:r>
              <a:rPr lang="en-US"/>
              <a:t>To notify you when spending approaches a defined threshold</a:t>
            </a:r>
          </a:p>
          <a:p>
            <a:r>
              <a:rPr lang="en-US"/>
              <a:t>To enforce a hard spending cap</a:t>
            </a:r>
          </a:p>
        </p:txBody>
      </p:sp>
      <p:sp>
        <p:nvSpPr>
          <p:cNvPr id="68" name="Oval 67">
            <a:extLst>
              <a:ext uri="{FF2B5EF4-FFF2-40B4-BE49-F238E27FC236}">
                <a16:creationId xmlns:a16="http://schemas.microsoft.com/office/drawing/2014/main" id="{777A37B6-A9CB-BB4A-87B0-45F6FCC1E385}"/>
              </a:ext>
              <a:ext uri="{C183D7F6-B498-43B3-948B-1728B52AA6E4}">
                <adec:decorative xmlns:adec="http://schemas.microsoft.com/office/drawing/2017/decorative" val="1"/>
              </a:ext>
            </a:extLst>
          </p:cNvPr>
          <p:cNvSpPr/>
          <p:nvPr/>
        </p:nvSpPr>
        <p:spPr bwMode="auto">
          <a:xfrm>
            <a:off x="762630" y="45339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3</a:t>
            </a:r>
            <a:endParaRPr kumimoji="0" lang="en-IN" sz="1800" b="1" i="0" u="none" strike="noStrike" cap="none" spc="0" normalizeH="0" baseline="0" noProof="0">
              <a:ln>
                <a:noFill/>
              </a:ln>
              <a:solidFill>
                <a:schemeClr val="tx1"/>
              </a:solidFill>
              <a:effectLst/>
              <a:uLnTx/>
              <a:uFillTx/>
            </a:endParaRPr>
          </a:p>
        </p:txBody>
      </p:sp>
      <p:sp>
        <p:nvSpPr>
          <p:cNvPr id="46" name="Text Placeholder 45">
            <a:extLst>
              <a:ext uri="{FF2B5EF4-FFF2-40B4-BE49-F238E27FC236}">
                <a16:creationId xmlns:a16="http://schemas.microsoft.com/office/drawing/2014/main" id="{3D98EEE8-67D1-2D3E-7391-CC832A8EBAD7}"/>
              </a:ext>
            </a:extLst>
          </p:cNvPr>
          <p:cNvSpPr>
            <a:spLocks noGrp="1"/>
          </p:cNvSpPr>
          <p:nvPr>
            <p:ph type="body" sz="quarter" idx="20"/>
          </p:nvPr>
        </p:nvSpPr>
        <p:spPr>
          <a:xfrm>
            <a:off x="1235075" y="4548993"/>
            <a:ext cx="8778782" cy="215444"/>
          </a:xfrm>
        </p:spPr>
        <p:txBody>
          <a:bodyPr/>
          <a:lstStyle/>
          <a:p>
            <a:r>
              <a:rPr lang="en-US"/>
              <a:t>Why should you apply consistent tags to Azure resources?</a:t>
            </a:r>
          </a:p>
        </p:txBody>
      </p:sp>
      <p:sp>
        <p:nvSpPr>
          <p:cNvPr id="47" name="Text Placeholder 46">
            <a:extLst>
              <a:ext uri="{FF2B5EF4-FFF2-40B4-BE49-F238E27FC236}">
                <a16:creationId xmlns:a16="http://schemas.microsoft.com/office/drawing/2014/main" id="{186FE5B3-66E9-C9E3-BB22-698F0D137014}"/>
              </a:ext>
            </a:extLst>
          </p:cNvPr>
          <p:cNvSpPr>
            <a:spLocks noGrp="1"/>
          </p:cNvSpPr>
          <p:nvPr>
            <p:ph type="body" sz="quarter" idx="21"/>
          </p:nvPr>
        </p:nvSpPr>
        <p:spPr>
          <a:xfrm>
            <a:off x="1237265" y="4764437"/>
            <a:ext cx="8775098" cy="718092"/>
          </a:xfrm>
        </p:spPr>
        <p:txBody>
          <a:bodyPr/>
          <a:lstStyle/>
          <a:p>
            <a:r>
              <a:rPr lang="en-US"/>
              <a:t>Tags are required before you can deploy resources</a:t>
            </a:r>
          </a:p>
          <a:p>
            <a:r>
              <a:rPr lang="en-US"/>
              <a:t>Tags automatically reduce the cost of resources</a:t>
            </a:r>
          </a:p>
          <a:p>
            <a:r>
              <a:rPr lang="en-US"/>
              <a:t>To track and allocate costs by team, environment, or project</a:t>
            </a:r>
          </a:p>
        </p:txBody>
      </p:sp>
    </p:spTree>
    <p:extLst>
      <p:ext uri="{BB962C8B-B14F-4D97-AF65-F5344CB8AC3E}">
        <p14:creationId xmlns:p14="http://schemas.microsoft.com/office/powerpoint/2010/main" val="42648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384610"/>
            <a:ext cx="6345239" cy="615553"/>
          </a:xfrm>
        </p:spPr>
        <p:txBody>
          <a:bodyPr/>
          <a:lstStyle/>
          <a:p>
            <a:r>
              <a:rPr lang="en-US"/>
              <a:t>Guided project: Monitor Azure with Service Health and Activity Log alerts</a:t>
            </a:r>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492443"/>
          </a:xfrm>
        </p:spPr>
        <p:txBody>
          <a:bodyPr/>
          <a:lstStyle/>
          <a:p>
            <a:r>
              <a:rPr lang="en-US"/>
              <a:t>Learning Objectives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88262" y="1078992"/>
            <a:ext cx="8193024" cy="24622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After completing this module, you will be able to:</a:t>
            </a:r>
          </a:p>
        </p:txBody>
      </p:sp>
      <p:sp>
        <p:nvSpPr>
          <p:cNvPr id="80" name="Oval 79" descr="icon of a finger pushing a button">
            <a:extLst>
              <a:ext uri="{FF2B5EF4-FFF2-40B4-BE49-F238E27FC236}">
                <a16:creationId xmlns:a16="http://schemas.microsoft.com/office/drawing/2014/main" id="{71DB8D22-926F-853E-F0C8-764493609A16}"/>
              </a:ext>
            </a:extLst>
          </p:cNvPr>
          <p:cNvSpPr>
            <a:spLocks/>
          </p:cNvSpPr>
          <p:nvPr/>
        </p:nvSpPr>
        <p:spPr bwMode="auto">
          <a:xfrm>
            <a:off x="624243" y="1561801"/>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1</a:t>
            </a:r>
          </a:p>
        </p:txBody>
      </p:sp>
      <p:sp>
        <p:nvSpPr>
          <p:cNvPr id="98" name="Oval 97" descr="icon of a finger pushing a button">
            <a:extLst>
              <a:ext uri="{FF2B5EF4-FFF2-40B4-BE49-F238E27FC236}">
                <a16:creationId xmlns:a16="http://schemas.microsoft.com/office/drawing/2014/main" id="{FB9D4D78-EC2D-5052-0537-EF8AA477E116}"/>
              </a:ext>
            </a:extLst>
          </p:cNvPr>
          <p:cNvSpPr>
            <a:spLocks/>
          </p:cNvSpPr>
          <p:nvPr/>
        </p:nvSpPr>
        <p:spPr bwMode="auto">
          <a:xfrm>
            <a:off x="624243" y="2610357"/>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2</a:t>
            </a:r>
          </a:p>
        </p:txBody>
      </p:sp>
      <p:sp>
        <p:nvSpPr>
          <p:cNvPr id="101" name="Oval 100" descr="icon of a finger pushing a button">
            <a:extLst>
              <a:ext uri="{FF2B5EF4-FFF2-40B4-BE49-F238E27FC236}">
                <a16:creationId xmlns:a16="http://schemas.microsoft.com/office/drawing/2014/main" id="{E06C7E83-F806-C0D7-C7A7-6090B76A8795}"/>
              </a:ext>
            </a:extLst>
          </p:cNvPr>
          <p:cNvSpPr>
            <a:spLocks/>
          </p:cNvSpPr>
          <p:nvPr/>
        </p:nvSpPr>
        <p:spPr bwMode="auto">
          <a:xfrm>
            <a:off x="624243" y="3656520"/>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3</a:t>
            </a:r>
          </a:p>
        </p:txBody>
      </p:sp>
      <p:sp>
        <p:nvSpPr>
          <p:cNvPr id="3" name="TextBox 2">
            <a:extLst>
              <a:ext uri="{FF2B5EF4-FFF2-40B4-BE49-F238E27FC236}">
                <a16:creationId xmlns:a16="http://schemas.microsoft.com/office/drawing/2014/main" id="{A7A334F9-008A-772B-75DD-94814D31A5C5}"/>
              </a:ext>
            </a:extLst>
          </p:cNvPr>
          <p:cNvSpPr txBox="1"/>
          <p:nvPr/>
        </p:nvSpPr>
        <p:spPr>
          <a:xfrm>
            <a:off x="1278673" y="1658721"/>
            <a:ext cx="6094140" cy="363946"/>
          </a:xfrm>
          <a:prstGeom prst="rect">
            <a:avLst/>
          </a:prstGeom>
          <a:noFill/>
        </p:spPr>
        <p:txBody>
          <a:bodyPr wrap="square">
            <a:spAutoFit/>
          </a:bodyPr>
          <a:lstStyle/>
          <a:p>
            <a:pPr marL="0" indent="0">
              <a:buNone/>
            </a:pPr>
            <a:r>
              <a:rPr lang="en-US"/>
              <a:t>Create an action group with email notifications</a:t>
            </a:r>
          </a:p>
        </p:txBody>
      </p:sp>
      <p:sp>
        <p:nvSpPr>
          <p:cNvPr id="4" name="TextBox 3">
            <a:extLst>
              <a:ext uri="{FF2B5EF4-FFF2-40B4-BE49-F238E27FC236}">
                <a16:creationId xmlns:a16="http://schemas.microsoft.com/office/drawing/2014/main" id="{DB579C9B-F7A4-7E0C-9200-F2877670E307}"/>
              </a:ext>
            </a:extLst>
          </p:cNvPr>
          <p:cNvSpPr txBox="1"/>
          <p:nvPr/>
        </p:nvSpPr>
        <p:spPr>
          <a:xfrm>
            <a:off x="1278673" y="2707277"/>
            <a:ext cx="6094140" cy="363946"/>
          </a:xfrm>
          <a:prstGeom prst="rect">
            <a:avLst/>
          </a:prstGeom>
          <a:noFill/>
        </p:spPr>
        <p:txBody>
          <a:bodyPr wrap="square">
            <a:spAutoFit/>
          </a:bodyPr>
          <a:lstStyle/>
          <a:p>
            <a:pPr marL="0" indent="0">
              <a:buNone/>
            </a:pPr>
            <a:r>
              <a:rPr lang="en-US"/>
              <a:t>Create a Service Health alert for platform incidents and maintenance</a:t>
            </a:r>
          </a:p>
        </p:txBody>
      </p:sp>
      <p:sp>
        <p:nvSpPr>
          <p:cNvPr id="5" name="TextBox 4">
            <a:extLst>
              <a:ext uri="{FF2B5EF4-FFF2-40B4-BE49-F238E27FC236}">
                <a16:creationId xmlns:a16="http://schemas.microsoft.com/office/drawing/2014/main" id="{A5B8A17C-B91D-30D4-5E57-41F17094592B}"/>
              </a:ext>
            </a:extLst>
          </p:cNvPr>
          <p:cNvSpPr txBox="1"/>
          <p:nvPr/>
        </p:nvSpPr>
        <p:spPr>
          <a:xfrm>
            <a:off x="1278672" y="3753440"/>
            <a:ext cx="7296615" cy="363946"/>
          </a:xfrm>
          <a:prstGeom prst="rect">
            <a:avLst/>
          </a:prstGeom>
          <a:noFill/>
        </p:spPr>
        <p:txBody>
          <a:bodyPr wrap="square">
            <a:spAutoFit/>
          </a:bodyPr>
          <a:lstStyle/>
          <a:p>
            <a:pPr marL="0" indent="0">
              <a:buNone/>
            </a:pPr>
            <a:r>
              <a:rPr lang="en-US"/>
              <a:t>Create an Activity Log alert for resource deletion events</a:t>
            </a:r>
          </a:p>
        </p:txBody>
      </p:sp>
    </p:spTree>
    <p:extLst>
      <p:ext uri="{BB962C8B-B14F-4D97-AF65-F5344CB8AC3E}">
        <p14:creationId xmlns:p14="http://schemas.microsoft.com/office/powerpoint/2010/main" val="38852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p:txBody>
          <a:bodyPr/>
          <a:lstStyle/>
          <a:p>
            <a:r>
              <a:rPr lang="en-US" dirty="0"/>
              <a:t>Project: Monitoring with alerts and action groups objectives</a:t>
            </a:r>
          </a:p>
        </p:txBody>
      </p:sp>
      <p:sp>
        <p:nvSpPr>
          <p:cNvPr id="3" name="Text Placeholder 2">
            <a:extLst>
              <a:ext uri="{FF2B5EF4-FFF2-40B4-BE49-F238E27FC236}">
                <a16:creationId xmlns:a16="http://schemas.microsoft.com/office/drawing/2014/main" id="{79D5D1DB-501A-584F-84BD-B088CB1330CA}"/>
              </a:ext>
            </a:extLst>
          </p:cNvPr>
          <p:cNvSpPr>
            <a:spLocks noGrp="1"/>
          </p:cNvSpPr>
          <p:nvPr>
            <p:ph type="body" sz="quarter" idx="15"/>
          </p:nvPr>
        </p:nvSpPr>
        <p:spPr/>
        <p:txBody>
          <a:bodyPr/>
          <a:lstStyle/>
          <a:p>
            <a:r>
              <a:rPr lang="en-US"/>
              <a:t>Scenario: Notify the operations team when Azure platform issues occur or resources are deleted</a:t>
            </a:r>
          </a:p>
          <a:p>
            <a:r>
              <a:rPr lang="en-US"/>
              <a:t>Action groups define who gets notified and how when an alert fires</a:t>
            </a:r>
          </a:p>
          <a:p>
            <a:r>
              <a:rPr lang="en-US"/>
              <a:t>Service Health alerts watch for platform-level incidents and planned maintenance</a:t>
            </a:r>
          </a:p>
          <a:p>
            <a:r>
              <a:rPr lang="en-US"/>
              <a:t>Activity Log alerts fire when management operations like resource deletion occur</a:t>
            </a:r>
          </a:p>
          <a:p>
            <a:r>
              <a:rPr lang="en-US"/>
              <a:t>Exercise 1: Create an action group and verify email delivery</a:t>
            </a:r>
          </a:p>
          <a:p>
            <a:r>
              <a:rPr lang="en-US"/>
              <a:t>Exercise 2: Create a Service Health alert for platform incidents</a:t>
            </a:r>
          </a:p>
          <a:p>
            <a:r>
              <a:rPr lang="en-US"/>
              <a:t>Exercise 3: Create an Activity Log alert for resource deletions</a:t>
            </a:r>
          </a:p>
        </p:txBody>
      </p:sp>
      <p:sp>
        <p:nvSpPr>
          <p:cNvPr id="2" name="Footer Placeholder 1">
            <a:extLst>
              <a:ext uri="{FF2B5EF4-FFF2-40B4-BE49-F238E27FC236}">
                <a16:creationId xmlns:a16="http://schemas.microsoft.com/office/drawing/2014/main" id="{8AFBEE60-FD8C-A0CF-7078-D82CFC31F74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02854588"/>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4405B-C48A-48BC-4E22-AEBB2C2B192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DF473A0-9A7E-0AAC-E6F5-3EC40291AAB3}"/>
              </a:ext>
            </a:extLst>
          </p:cNvPr>
          <p:cNvSpPr>
            <a:spLocks noGrp="1"/>
          </p:cNvSpPr>
          <p:nvPr>
            <p:ph type="title"/>
          </p:nvPr>
        </p:nvSpPr>
        <p:spPr/>
        <p:txBody>
          <a:bodyPr/>
          <a:lstStyle/>
          <a:p>
            <a:r>
              <a:rPr lang="en-US" dirty="0"/>
              <a:t>Project: Monitoring with alerts and action groups diagram</a:t>
            </a:r>
          </a:p>
        </p:txBody>
      </p:sp>
      <p:sp>
        <p:nvSpPr>
          <p:cNvPr id="2" name="Footer Placeholder 1">
            <a:extLst>
              <a:ext uri="{FF2B5EF4-FFF2-40B4-BE49-F238E27FC236}">
                <a16:creationId xmlns:a16="http://schemas.microsoft.com/office/drawing/2014/main" id="{571CA821-EFD7-5A8D-991D-97A235035D26}"/>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0057" name="Picture 57" descr="Diagram showing the monitoring pipeline from Azure events through alert rules and action groups to email notifications">
            <a:extLst>
              <a:ext uri="{FF2B5EF4-FFF2-40B4-BE49-F238E27FC236}">
                <a16:creationId xmlns:a16="http://schemas.microsoft.com/office/drawing/2014/main" id="{D66623AD-D156-4AC2-6A06-14E9EDA20831}"/>
              </a:ext>
            </a:extLst>
          </p:cNvPr>
          <p:cNvPicPr>
            <a:picLocks noChangeAspect="1"/>
          </p:cNvPicPr>
          <p:nvPr/>
        </p:nvPicPr>
        <p:blipFill>
          <a:blip r:embed="rId3"/>
          <a:stretch>
            <a:fillRect/>
          </a:stretch>
        </p:blipFill>
        <p:spPr>
          <a:xfrm>
            <a:off x="584851" y="1259772"/>
            <a:ext cx="11022298" cy="3714035"/>
          </a:xfrm>
          <a:prstGeom prst="rect">
            <a:avLst/>
          </a:prstGeom>
        </p:spPr>
      </p:pic>
    </p:spTree>
    <p:extLst>
      <p:ext uri="{BB962C8B-B14F-4D97-AF65-F5344CB8AC3E}">
        <p14:creationId xmlns:p14="http://schemas.microsoft.com/office/powerpoint/2010/main" val="123381943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369332"/>
          </a:xfrm>
        </p:spPr>
        <p:txBody>
          <a:bodyPr/>
          <a:lstStyle/>
          <a:p>
            <a:r>
              <a:rPr lang="en-US" sz="2400"/>
              <a:t>Knowledge check</a:t>
            </a:r>
          </a:p>
        </p:txBody>
      </p:sp>
      <p:sp>
        <p:nvSpPr>
          <p:cNvPr id="62" name="Oval 61">
            <a:extLst>
              <a:ext uri="{FF2B5EF4-FFF2-40B4-BE49-F238E27FC236}">
                <a16:creationId xmlns:a16="http://schemas.microsoft.com/office/drawing/2014/main" id="{38B2345D-BE89-08EF-61B3-D484C084B9D3}"/>
              </a:ext>
              <a:ext uri="{C183D7F6-B498-43B3-948B-1728B52AA6E4}">
                <adec:decorative xmlns:adec="http://schemas.microsoft.com/office/drawing/2017/decorative" val="1"/>
              </a:ext>
            </a:extLst>
          </p:cNvPr>
          <p:cNvSpPr/>
          <p:nvPr/>
        </p:nvSpPr>
        <p:spPr bwMode="auto">
          <a:xfrm>
            <a:off x="762630" y="1543544"/>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1</a:t>
            </a:r>
            <a:endParaRPr kumimoji="0" lang="en-IN" sz="1800" b="1" i="0" u="none" strike="noStrike" cap="none" spc="0" normalizeH="0" baseline="0" noProof="0">
              <a:ln>
                <a:noFill/>
              </a:ln>
              <a:solidFill>
                <a:schemeClr val="tx1"/>
              </a:solidFill>
              <a:effectLst/>
              <a:uLnTx/>
              <a:uFillTx/>
            </a:endParaRPr>
          </a:p>
        </p:txBody>
      </p:sp>
      <p:sp>
        <p:nvSpPr>
          <p:cNvPr id="45" name="Text Placeholder 44">
            <a:extLst>
              <a:ext uri="{FF2B5EF4-FFF2-40B4-BE49-F238E27FC236}">
                <a16:creationId xmlns:a16="http://schemas.microsoft.com/office/drawing/2014/main" id="{C69EFE34-0D17-CE53-E56C-DE5F9AD2A216}"/>
              </a:ext>
            </a:extLst>
          </p:cNvPr>
          <p:cNvSpPr>
            <a:spLocks noGrp="1"/>
          </p:cNvSpPr>
          <p:nvPr>
            <p:ph type="body" sz="quarter" idx="17"/>
          </p:nvPr>
        </p:nvSpPr>
        <p:spPr>
          <a:xfrm>
            <a:off x="1235075" y="1595378"/>
            <a:ext cx="8778782" cy="215444"/>
          </a:xfrm>
        </p:spPr>
        <p:txBody>
          <a:bodyPr/>
          <a:lstStyle/>
          <a:p>
            <a:r>
              <a:rPr lang="en-US"/>
              <a:t>What is the purpose of an action group in Azure Monitor?</a:t>
            </a:r>
          </a:p>
        </p:txBody>
      </p:sp>
      <p:sp>
        <p:nvSpPr>
          <p:cNvPr id="44" name="Text Placeholder 43">
            <a:extLst>
              <a:ext uri="{FF2B5EF4-FFF2-40B4-BE49-F238E27FC236}">
                <a16:creationId xmlns:a16="http://schemas.microsoft.com/office/drawing/2014/main" id="{FF4FDC0E-CA8C-D089-FEBB-097944DE30EA}"/>
              </a:ext>
            </a:extLst>
          </p:cNvPr>
          <p:cNvSpPr>
            <a:spLocks noGrp="1"/>
          </p:cNvSpPr>
          <p:nvPr>
            <p:ph type="body" sz="quarter" idx="15"/>
          </p:nvPr>
        </p:nvSpPr>
        <p:spPr>
          <a:xfrm>
            <a:off x="1237265" y="1862656"/>
            <a:ext cx="8775098" cy="215444"/>
          </a:xfrm>
        </p:spPr>
        <p:txBody>
          <a:bodyPr/>
          <a:lstStyle/>
          <a:p>
            <a:r>
              <a:rPr lang="en-US"/>
              <a:t>To define which metrics are collected</a:t>
            </a:r>
          </a:p>
          <a:p>
            <a:r>
              <a:rPr lang="en-US"/>
              <a:t>To define who gets notified and how when an alert fires</a:t>
            </a:r>
          </a:p>
          <a:p>
            <a:r>
              <a:rPr lang="en-US"/>
              <a:t>To group related alert rules into a dashboard</a:t>
            </a:r>
          </a:p>
        </p:txBody>
      </p:sp>
      <p:sp>
        <p:nvSpPr>
          <p:cNvPr id="65" name="Oval 64">
            <a:extLst>
              <a:ext uri="{FF2B5EF4-FFF2-40B4-BE49-F238E27FC236}">
                <a16:creationId xmlns:a16="http://schemas.microsoft.com/office/drawing/2014/main" id="{3913CA8F-39A3-053F-2538-5DE3EB1A2660}"/>
              </a:ext>
              <a:ext uri="{C183D7F6-B498-43B3-948B-1728B52AA6E4}">
                <adec:decorative xmlns:adec="http://schemas.microsoft.com/office/drawing/2017/decorative" val="1"/>
              </a:ext>
            </a:extLst>
          </p:cNvPr>
          <p:cNvSpPr/>
          <p:nvPr/>
        </p:nvSpPr>
        <p:spPr bwMode="auto">
          <a:xfrm>
            <a:off x="762630" y="29845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2</a:t>
            </a:r>
            <a:endParaRPr kumimoji="0" lang="en-IN" sz="1800" b="1" i="0" u="none" strike="noStrike" cap="none" spc="0" normalizeH="0" baseline="0" noProof="0">
              <a:ln>
                <a:noFill/>
              </a:ln>
              <a:solidFill>
                <a:schemeClr val="tx1"/>
              </a:solidFill>
              <a:effectLst/>
              <a:uLnTx/>
              <a:uFillTx/>
            </a:endParaRPr>
          </a:p>
        </p:txBody>
      </p:sp>
      <p:sp>
        <p:nvSpPr>
          <p:cNvPr id="48" name="Text Placeholder 47">
            <a:extLst>
              <a:ext uri="{FF2B5EF4-FFF2-40B4-BE49-F238E27FC236}">
                <a16:creationId xmlns:a16="http://schemas.microsoft.com/office/drawing/2014/main" id="{65456690-3FCA-6CB0-2BF8-0E246247B3FC}"/>
              </a:ext>
            </a:extLst>
          </p:cNvPr>
          <p:cNvSpPr>
            <a:spLocks noGrp="1"/>
          </p:cNvSpPr>
          <p:nvPr>
            <p:ph type="body" sz="quarter" idx="22"/>
          </p:nvPr>
        </p:nvSpPr>
        <p:spPr>
          <a:xfrm>
            <a:off x="1235075" y="3042690"/>
            <a:ext cx="8778782" cy="215444"/>
          </a:xfrm>
        </p:spPr>
        <p:txBody>
          <a:bodyPr/>
          <a:lstStyle/>
          <a:p>
            <a:r>
              <a:rPr lang="en-US"/>
              <a:t>What type of alert monitors Azure platform incidents and planned maintenance?</a:t>
            </a:r>
          </a:p>
        </p:txBody>
      </p:sp>
      <p:sp>
        <p:nvSpPr>
          <p:cNvPr id="49" name="Text Placeholder 48">
            <a:extLst>
              <a:ext uri="{FF2B5EF4-FFF2-40B4-BE49-F238E27FC236}">
                <a16:creationId xmlns:a16="http://schemas.microsoft.com/office/drawing/2014/main" id="{A28FE2C3-AD85-D5CF-2BC2-01C5A98D45F1}"/>
              </a:ext>
            </a:extLst>
          </p:cNvPr>
          <p:cNvSpPr>
            <a:spLocks noGrp="1"/>
          </p:cNvSpPr>
          <p:nvPr>
            <p:ph type="body" sz="quarter" idx="23"/>
          </p:nvPr>
        </p:nvSpPr>
        <p:spPr>
          <a:xfrm>
            <a:off x="1237265" y="3319716"/>
            <a:ext cx="8775098" cy="717742"/>
          </a:xfrm>
        </p:spPr>
        <p:txBody>
          <a:bodyPr/>
          <a:lstStyle/>
          <a:p>
            <a:r>
              <a:rPr lang="en-US"/>
              <a:t>Activity Log alert</a:t>
            </a:r>
          </a:p>
          <a:p>
            <a:r>
              <a:rPr lang="en-US"/>
              <a:t>Metric alert</a:t>
            </a:r>
          </a:p>
          <a:p>
            <a:r>
              <a:rPr lang="en-US"/>
              <a:t>Service Health alert</a:t>
            </a:r>
          </a:p>
        </p:txBody>
      </p:sp>
      <p:sp>
        <p:nvSpPr>
          <p:cNvPr id="68" name="Oval 67">
            <a:extLst>
              <a:ext uri="{FF2B5EF4-FFF2-40B4-BE49-F238E27FC236}">
                <a16:creationId xmlns:a16="http://schemas.microsoft.com/office/drawing/2014/main" id="{777A37B6-A9CB-BB4A-87B0-45F6FCC1E385}"/>
              </a:ext>
              <a:ext uri="{C183D7F6-B498-43B3-948B-1728B52AA6E4}">
                <adec:decorative xmlns:adec="http://schemas.microsoft.com/office/drawing/2017/decorative" val="1"/>
              </a:ext>
            </a:extLst>
          </p:cNvPr>
          <p:cNvSpPr/>
          <p:nvPr/>
        </p:nvSpPr>
        <p:spPr bwMode="auto">
          <a:xfrm>
            <a:off x="762630" y="45339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3</a:t>
            </a:r>
            <a:endParaRPr kumimoji="0" lang="en-IN" sz="1800" b="1" i="0" u="none" strike="noStrike" cap="none" spc="0" normalizeH="0" baseline="0" noProof="0">
              <a:ln>
                <a:noFill/>
              </a:ln>
              <a:solidFill>
                <a:schemeClr val="tx1"/>
              </a:solidFill>
              <a:effectLst/>
              <a:uLnTx/>
              <a:uFillTx/>
            </a:endParaRPr>
          </a:p>
        </p:txBody>
      </p:sp>
      <p:sp>
        <p:nvSpPr>
          <p:cNvPr id="46" name="Text Placeholder 45">
            <a:extLst>
              <a:ext uri="{FF2B5EF4-FFF2-40B4-BE49-F238E27FC236}">
                <a16:creationId xmlns:a16="http://schemas.microsoft.com/office/drawing/2014/main" id="{3D98EEE8-67D1-2D3E-7391-CC832A8EBAD7}"/>
              </a:ext>
            </a:extLst>
          </p:cNvPr>
          <p:cNvSpPr>
            <a:spLocks noGrp="1"/>
          </p:cNvSpPr>
          <p:nvPr>
            <p:ph type="body" sz="quarter" idx="20"/>
          </p:nvPr>
        </p:nvSpPr>
        <p:spPr>
          <a:xfrm>
            <a:off x="1235075" y="4548993"/>
            <a:ext cx="8778782" cy="215444"/>
          </a:xfrm>
        </p:spPr>
        <p:txBody>
          <a:bodyPr/>
          <a:lstStyle/>
          <a:p>
            <a:r>
              <a:rPr lang="en-US"/>
              <a:t>What type of event does an Activity Log alert detect?</a:t>
            </a:r>
          </a:p>
        </p:txBody>
      </p:sp>
      <p:sp>
        <p:nvSpPr>
          <p:cNvPr id="47" name="Text Placeholder 46">
            <a:extLst>
              <a:ext uri="{FF2B5EF4-FFF2-40B4-BE49-F238E27FC236}">
                <a16:creationId xmlns:a16="http://schemas.microsoft.com/office/drawing/2014/main" id="{186FE5B3-66E9-C9E3-BB22-698F0D137014}"/>
              </a:ext>
            </a:extLst>
          </p:cNvPr>
          <p:cNvSpPr>
            <a:spLocks noGrp="1"/>
          </p:cNvSpPr>
          <p:nvPr>
            <p:ph type="body" sz="quarter" idx="21"/>
          </p:nvPr>
        </p:nvSpPr>
        <p:spPr>
          <a:xfrm>
            <a:off x="1237265" y="4764437"/>
            <a:ext cx="8775098" cy="718092"/>
          </a:xfrm>
        </p:spPr>
        <p:txBody>
          <a:bodyPr/>
          <a:lstStyle/>
          <a:p>
            <a:r>
              <a:rPr lang="en-US"/>
              <a:t>Changes in resource performance metrics</a:t>
            </a:r>
          </a:p>
          <a:p>
            <a:r>
              <a:rPr lang="en-US"/>
              <a:t>Management operations such as resource creation or deletion</a:t>
            </a:r>
          </a:p>
          <a:p>
            <a:r>
              <a:rPr lang="en-US"/>
              <a:t>User sign-in attempts to the Azure portal</a:t>
            </a:r>
          </a:p>
        </p:txBody>
      </p:sp>
    </p:spTree>
    <p:extLst>
      <p:ext uri="{BB962C8B-B14F-4D97-AF65-F5344CB8AC3E}">
        <p14:creationId xmlns:p14="http://schemas.microsoft.com/office/powerpoint/2010/main" val="42648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3384610"/>
            <a:ext cx="6345239" cy="615553"/>
          </a:xfrm>
        </p:spPr>
        <p:txBody>
          <a:bodyPr/>
          <a:lstStyle/>
          <a:p>
            <a:r>
              <a:rPr lang="en-US"/>
              <a:t>Guided project: Manage Azure resources with Cloud Shell and the Azure CLI</a:t>
            </a:r>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492443"/>
          </a:xfrm>
        </p:spPr>
        <p:txBody>
          <a:bodyPr/>
          <a:lstStyle/>
          <a:p>
            <a:r>
              <a:rPr lang="en-US"/>
              <a:t>Learning Objectives</a:t>
            </a:r>
          </a:p>
        </p:txBody>
      </p:sp>
      <p:sp>
        <p:nvSpPr>
          <p:cNvPr id="39" name="Text Placeholder 2">
            <a:extLst>
              <a:ext uri="{FF2B5EF4-FFF2-40B4-BE49-F238E27FC236}">
                <a16:creationId xmlns:a16="http://schemas.microsoft.com/office/drawing/2014/main" id="{4E70BA97-F389-31EB-D663-D113F6902DBC}"/>
              </a:ext>
            </a:extLst>
          </p:cNvPr>
          <p:cNvSpPr txBox="1">
            <a:spLocks/>
          </p:cNvSpPr>
          <p:nvPr/>
        </p:nvSpPr>
        <p:spPr>
          <a:xfrm>
            <a:off x="588262" y="1078992"/>
            <a:ext cx="8193024" cy="246221"/>
          </a:xfrm>
          <a:prstGeom prst="rect">
            <a:avLst/>
          </a:prstGeom>
        </p:spPr>
        <p:txBody>
          <a:bodyPr lIns="0" tIns="0" rIns="0" bIns="0" anchor="ctr">
            <a:noAutofit/>
          </a:bodyPr>
          <a:lstStyle>
            <a:lvl1pPr marL="137160" marR="0" indent="-137160"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600" kern="1200" spc="0" baseline="0">
                <a:solidFill>
                  <a:schemeClr val="tx1"/>
                </a:solidFill>
                <a:latin typeface="+mn-lt"/>
                <a:ea typeface="+mn-ea"/>
                <a:cs typeface="Segoe UI" panose="020B0502040204020203" pitchFamily="34" charset="0"/>
              </a:defRPr>
            </a:lvl1pPr>
            <a:lvl2pPr marL="265176" marR="0" indent="-109728"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ts val="0"/>
              </a:spcAft>
              <a:buClrTx/>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a:t>After completing this module, you will be able to:</a:t>
            </a:r>
          </a:p>
        </p:txBody>
      </p:sp>
      <p:sp>
        <p:nvSpPr>
          <p:cNvPr id="80" name="Oval 79" descr="icon of a finger pushing a button">
            <a:extLst>
              <a:ext uri="{FF2B5EF4-FFF2-40B4-BE49-F238E27FC236}">
                <a16:creationId xmlns:a16="http://schemas.microsoft.com/office/drawing/2014/main" id="{71DB8D22-926F-853E-F0C8-764493609A16}"/>
              </a:ext>
            </a:extLst>
          </p:cNvPr>
          <p:cNvSpPr>
            <a:spLocks/>
          </p:cNvSpPr>
          <p:nvPr/>
        </p:nvSpPr>
        <p:spPr bwMode="auto">
          <a:xfrm>
            <a:off x="624243" y="1561801"/>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1</a:t>
            </a:r>
          </a:p>
        </p:txBody>
      </p:sp>
      <p:sp>
        <p:nvSpPr>
          <p:cNvPr id="98" name="Oval 97" descr="icon of a finger pushing a button">
            <a:extLst>
              <a:ext uri="{FF2B5EF4-FFF2-40B4-BE49-F238E27FC236}">
                <a16:creationId xmlns:a16="http://schemas.microsoft.com/office/drawing/2014/main" id="{FB9D4D78-EC2D-5052-0537-EF8AA477E116}"/>
              </a:ext>
            </a:extLst>
          </p:cNvPr>
          <p:cNvSpPr>
            <a:spLocks/>
          </p:cNvSpPr>
          <p:nvPr/>
        </p:nvSpPr>
        <p:spPr bwMode="auto">
          <a:xfrm>
            <a:off x="624243" y="2610357"/>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2</a:t>
            </a:r>
          </a:p>
        </p:txBody>
      </p:sp>
      <p:sp>
        <p:nvSpPr>
          <p:cNvPr id="101" name="Oval 100" descr="icon of a finger pushing a button">
            <a:extLst>
              <a:ext uri="{FF2B5EF4-FFF2-40B4-BE49-F238E27FC236}">
                <a16:creationId xmlns:a16="http://schemas.microsoft.com/office/drawing/2014/main" id="{E06C7E83-F806-C0D7-C7A7-6090B76A8795}"/>
              </a:ext>
            </a:extLst>
          </p:cNvPr>
          <p:cNvSpPr>
            <a:spLocks/>
          </p:cNvSpPr>
          <p:nvPr/>
        </p:nvSpPr>
        <p:spPr bwMode="auto">
          <a:xfrm>
            <a:off x="624243" y="3656520"/>
            <a:ext cx="557786" cy="557786"/>
          </a:xfrm>
          <a:prstGeom prst="ellipse">
            <a:avLst/>
          </a:prstGeom>
          <a:solidFill>
            <a:srgbClr val="FFA388"/>
          </a:solidFill>
          <a:ln w="9525" cap="flat" cmpd="sng" algn="ctr">
            <a:noFill/>
            <a:prstDash val="soli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400">
              <a:defRPr/>
            </a:pPr>
            <a:r>
              <a:rPr lang="en-US" sz="2800" b="1"/>
              <a:t>3</a:t>
            </a:r>
          </a:p>
        </p:txBody>
      </p:sp>
      <p:sp>
        <p:nvSpPr>
          <p:cNvPr id="3" name="TextBox 2">
            <a:extLst>
              <a:ext uri="{FF2B5EF4-FFF2-40B4-BE49-F238E27FC236}">
                <a16:creationId xmlns:a16="http://schemas.microsoft.com/office/drawing/2014/main" id="{A7A334F9-008A-772B-75DD-94814D31A5C5}"/>
              </a:ext>
            </a:extLst>
          </p:cNvPr>
          <p:cNvSpPr txBox="1"/>
          <p:nvPr/>
        </p:nvSpPr>
        <p:spPr>
          <a:xfrm>
            <a:off x="1278673" y="1658721"/>
            <a:ext cx="6094140" cy="363946"/>
          </a:xfrm>
          <a:prstGeom prst="rect">
            <a:avLst/>
          </a:prstGeom>
          <a:noFill/>
        </p:spPr>
        <p:txBody>
          <a:bodyPr wrap="square">
            <a:spAutoFit/>
          </a:bodyPr>
          <a:lstStyle/>
          <a:p>
            <a:pPr marL="0" indent="0">
              <a:buNone/>
            </a:pPr>
            <a:r>
              <a:rPr lang="en-US"/>
              <a:t>Open Cloud Shell and navigate the Bash environment</a:t>
            </a:r>
          </a:p>
        </p:txBody>
      </p:sp>
      <p:sp>
        <p:nvSpPr>
          <p:cNvPr id="4" name="TextBox 3">
            <a:extLst>
              <a:ext uri="{FF2B5EF4-FFF2-40B4-BE49-F238E27FC236}">
                <a16:creationId xmlns:a16="http://schemas.microsoft.com/office/drawing/2014/main" id="{DB579C9B-F7A4-7E0C-9200-F2877670E307}"/>
              </a:ext>
            </a:extLst>
          </p:cNvPr>
          <p:cNvSpPr txBox="1"/>
          <p:nvPr/>
        </p:nvSpPr>
        <p:spPr>
          <a:xfrm>
            <a:off x="1278673" y="2707277"/>
            <a:ext cx="6094140" cy="363946"/>
          </a:xfrm>
          <a:prstGeom prst="rect">
            <a:avLst/>
          </a:prstGeom>
          <a:noFill/>
        </p:spPr>
        <p:txBody>
          <a:bodyPr wrap="square">
            <a:spAutoFit/>
          </a:bodyPr>
          <a:lstStyle/>
          <a:p>
            <a:pPr marL="0" indent="0">
              <a:buNone/>
            </a:pPr>
            <a:r>
              <a:rPr lang="en-US"/>
              <a:t>Create and list Azure resources using CLI commands</a:t>
            </a:r>
          </a:p>
        </p:txBody>
      </p:sp>
      <p:sp>
        <p:nvSpPr>
          <p:cNvPr id="5" name="TextBox 4">
            <a:extLst>
              <a:ext uri="{FF2B5EF4-FFF2-40B4-BE49-F238E27FC236}">
                <a16:creationId xmlns:a16="http://schemas.microsoft.com/office/drawing/2014/main" id="{A5B8A17C-B91D-30D4-5E57-41F17094592B}"/>
              </a:ext>
            </a:extLst>
          </p:cNvPr>
          <p:cNvSpPr txBox="1"/>
          <p:nvPr/>
        </p:nvSpPr>
        <p:spPr>
          <a:xfrm>
            <a:off x="1278672" y="3753440"/>
            <a:ext cx="7296615" cy="363946"/>
          </a:xfrm>
          <a:prstGeom prst="rect">
            <a:avLst/>
          </a:prstGeom>
          <a:noFill/>
        </p:spPr>
        <p:txBody>
          <a:bodyPr wrap="square">
            <a:spAutoFit/>
          </a:bodyPr>
          <a:lstStyle/>
          <a:p>
            <a:pPr marL="0" indent="0">
              <a:buNone/>
            </a:pPr>
            <a:r>
              <a:rPr lang="en-US"/>
              <a:t>Tag and query resources with filters and output formatting</a:t>
            </a:r>
          </a:p>
        </p:txBody>
      </p:sp>
    </p:spTree>
    <p:extLst>
      <p:ext uri="{BB962C8B-B14F-4D97-AF65-F5344CB8AC3E}">
        <p14:creationId xmlns:p14="http://schemas.microsoft.com/office/powerpoint/2010/main" val="3885277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B6C3CF-032A-5BD7-5B3C-1B2CE5362A09}"/>
              </a:ext>
            </a:extLst>
          </p:cNvPr>
          <p:cNvSpPr>
            <a:spLocks noGrp="1"/>
          </p:cNvSpPr>
          <p:nvPr>
            <p:ph type="title"/>
          </p:nvPr>
        </p:nvSpPr>
        <p:spPr/>
        <p:txBody>
          <a:bodyPr/>
          <a:lstStyle/>
          <a:p>
            <a:r>
              <a:rPr lang="en-US" dirty="0"/>
              <a:t>Project: Resource management with Cloud Shell and CLI objectives</a:t>
            </a:r>
          </a:p>
        </p:txBody>
      </p:sp>
      <p:sp>
        <p:nvSpPr>
          <p:cNvPr id="3" name="Text Placeholder 2">
            <a:extLst>
              <a:ext uri="{FF2B5EF4-FFF2-40B4-BE49-F238E27FC236}">
                <a16:creationId xmlns:a16="http://schemas.microsoft.com/office/drawing/2014/main" id="{79D5D1DB-501A-584F-84BD-B088CB1330CA}"/>
              </a:ext>
            </a:extLst>
          </p:cNvPr>
          <p:cNvSpPr>
            <a:spLocks noGrp="1"/>
          </p:cNvSpPr>
          <p:nvPr>
            <p:ph type="body" sz="quarter" idx="15"/>
          </p:nvPr>
        </p:nvSpPr>
        <p:spPr/>
        <p:txBody>
          <a:bodyPr/>
          <a:lstStyle/>
          <a:p>
            <a:r>
              <a:rPr lang="en-US"/>
              <a:t>Scenario: Manage resources efficiently from the command line instead of navigating the portal</a:t>
            </a:r>
          </a:p>
          <a:p>
            <a:r>
              <a:rPr lang="en-US"/>
              <a:t>Cloud Shell is a browser-based terminal with the Azure CLI preinstalled</a:t>
            </a:r>
          </a:p>
          <a:p>
            <a:r>
              <a:rPr lang="en-US"/>
              <a:t>The CLI is useful when performing the same operations across multiple resources quickly</a:t>
            </a:r>
          </a:p>
          <a:p>
            <a:r>
              <a:rPr lang="en-US"/>
              <a:t>Exercise 1: Open Cloud Shell and explore the environment</a:t>
            </a:r>
          </a:p>
          <a:p>
            <a:r>
              <a:rPr lang="en-US"/>
              <a:t>Exercise 2: Create and list resources with CLI commands</a:t>
            </a:r>
          </a:p>
          <a:p>
            <a:r>
              <a:rPr lang="en-US"/>
              <a:t>Exercise 3: Tag, query, and clean up resources from the command line</a:t>
            </a:r>
          </a:p>
        </p:txBody>
      </p:sp>
      <p:sp>
        <p:nvSpPr>
          <p:cNvPr id="2" name="Footer Placeholder 1">
            <a:extLst>
              <a:ext uri="{FF2B5EF4-FFF2-40B4-BE49-F238E27FC236}">
                <a16:creationId xmlns:a16="http://schemas.microsoft.com/office/drawing/2014/main" id="{8AFBEE60-FD8C-A0CF-7078-D82CFC31F743}"/>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0285458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18ADB-18B2-DB70-3EBB-3F075D7C73D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307F3DF-3974-53E4-7D84-87B0ABC26F02}"/>
              </a:ext>
            </a:extLst>
          </p:cNvPr>
          <p:cNvSpPr>
            <a:spLocks noGrp="1"/>
          </p:cNvSpPr>
          <p:nvPr>
            <p:ph type="title"/>
          </p:nvPr>
        </p:nvSpPr>
        <p:spPr/>
        <p:txBody>
          <a:bodyPr/>
          <a:lstStyle/>
          <a:p>
            <a:r>
              <a:rPr lang="en-US" dirty="0"/>
              <a:t>Project: Resource management with Cloud Shell and CLI diagram</a:t>
            </a:r>
          </a:p>
        </p:txBody>
      </p:sp>
      <p:sp>
        <p:nvSpPr>
          <p:cNvPr id="2" name="Footer Placeholder 1">
            <a:extLst>
              <a:ext uri="{FF2B5EF4-FFF2-40B4-BE49-F238E27FC236}">
                <a16:creationId xmlns:a16="http://schemas.microsoft.com/office/drawing/2014/main" id="{FDCC5ABD-7594-13F7-9056-F866A5ACE9AC}"/>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pic>
        <p:nvPicPr>
          <p:cNvPr id="90058" name="Picture 58" descr="Diagram showing the Cloud Shell CLI workflow from Bash commands through resource creation, tagging, querying, and cleanup">
            <a:extLst>
              <a:ext uri="{FF2B5EF4-FFF2-40B4-BE49-F238E27FC236}">
                <a16:creationId xmlns:a16="http://schemas.microsoft.com/office/drawing/2014/main" id="{55389B10-CCB8-3621-E4D3-64602B06A285}"/>
              </a:ext>
            </a:extLst>
          </p:cNvPr>
          <p:cNvPicPr>
            <a:picLocks noChangeAspect="1"/>
          </p:cNvPicPr>
          <p:nvPr/>
        </p:nvPicPr>
        <p:blipFill>
          <a:blip r:embed="rId3"/>
          <a:stretch>
            <a:fillRect/>
          </a:stretch>
        </p:blipFill>
        <p:spPr>
          <a:xfrm>
            <a:off x="584851" y="1332343"/>
            <a:ext cx="11022298" cy="4133362"/>
          </a:xfrm>
          <a:prstGeom prst="rect">
            <a:avLst/>
          </a:prstGeom>
        </p:spPr>
      </p:pic>
    </p:spTree>
    <p:extLst>
      <p:ext uri="{BB962C8B-B14F-4D97-AF65-F5344CB8AC3E}">
        <p14:creationId xmlns:p14="http://schemas.microsoft.com/office/powerpoint/2010/main" val="2104296608"/>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588262" y="585216"/>
            <a:ext cx="8193024" cy="369332"/>
          </a:xfrm>
        </p:spPr>
        <p:txBody>
          <a:bodyPr/>
          <a:lstStyle/>
          <a:p>
            <a:r>
              <a:rPr lang="en-US" sz="2400"/>
              <a:t>Knowledge check</a:t>
            </a:r>
          </a:p>
        </p:txBody>
      </p:sp>
      <p:sp>
        <p:nvSpPr>
          <p:cNvPr id="62" name="Oval 61">
            <a:extLst>
              <a:ext uri="{FF2B5EF4-FFF2-40B4-BE49-F238E27FC236}">
                <a16:creationId xmlns:a16="http://schemas.microsoft.com/office/drawing/2014/main" id="{38B2345D-BE89-08EF-61B3-D484C084B9D3}"/>
              </a:ext>
              <a:ext uri="{C183D7F6-B498-43B3-948B-1728B52AA6E4}">
                <adec:decorative xmlns:adec="http://schemas.microsoft.com/office/drawing/2017/decorative" val="1"/>
              </a:ext>
            </a:extLst>
          </p:cNvPr>
          <p:cNvSpPr/>
          <p:nvPr/>
        </p:nvSpPr>
        <p:spPr bwMode="auto">
          <a:xfrm>
            <a:off x="762630" y="1543544"/>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1</a:t>
            </a:r>
            <a:endParaRPr kumimoji="0" lang="en-IN" sz="1800" b="1" i="0" u="none" strike="noStrike" cap="none" spc="0" normalizeH="0" baseline="0" noProof="0">
              <a:ln>
                <a:noFill/>
              </a:ln>
              <a:solidFill>
                <a:schemeClr val="tx1"/>
              </a:solidFill>
              <a:effectLst/>
              <a:uLnTx/>
              <a:uFillTx/>
            </a:endParaRPr>
          </a:p>
        </p:txBody>
      </p:sp>
      <p:sp>
        <p:nvSpPr>
          <p:cNvPr id="45" name="Text Placeholder 44">
            <a:extLst>
              <a:ext uri="{FF2B5EF4-FFF2-40B4-BE49-F238E27FC236}">
                <a16:creationId xmlns:a16="http://schemas.microsoft.com/office/drawing/2014/main" id="{C69EFE34-0D17-CE53-E56C-DE5F9AD2A216}"/>
              </a:ext>
            </a:extLst>
          </p:cNvPr>
          <p:cNvSpPr>
            <a:spLocks noGrp="1"/>
          </p:cNvSpPr>
          <p:nvPr>
            <p:ph type="body" sz="quarter" idx="17"/>
          </p:nvPr>
        </p:nvSpPr>
        <p:spPr>
          <a:xfrm>
            <a:off x="1235075" y="1595378"/>
            <a:ext cx="8778782" cy="215444"/>
          </a:xfrm>
        </p:spPr>
        <p:txBody>
          <a:bodyPr/>
          <a:lstStyle/>
          <a:p>
            <a:r>
              <a:rPr lang="en-US"/>
              <a:t>What query language does the Azure CLI use to filter and shape JSON output?</a:t>
            </a:r>
          </a:p>
        </p:txBody>
      </p:sp>
      <p:sp>
        <p:nvSpPr>
          <p:cNvPr id="44" name="Text Placeholder 43">
            <a:extLst>
              <a:ext uri="{FF2B5EF4-FFF2-40B4-BE49-F238E27FC236}">
                <a16:creationId xmlns:a16="http://schemas.microsoft.com/office/drawing/2014/main" id="{FF4FDC0E-CA8C-D089-FEBB-097944DE30EA}"/>
              </a:ext>
            </a:extLst>
          </p:cNvPr>
          <p:cNvSpPr>
            <a:spLocks noGrp="1"/>
          </p:cNvSpPr>
          <p:nvPr>
            <p:ph type="body" sz="quarter" idx="15"/>
          </p:nvPr>
        </p:nvSpPr>
        <p:spPr>
          <a:xfrm>
            <a:off x="1237265" y="1862656"/>
            <a:ext cx="8775098" cy="215444"/>
          </a:xfrm>
        </p:spPr>
        <p:txBody>
          <a:bodyPr/>
          <a:lstStyle/>
          <a:p>
            <a:r>
              <a:rPr lang="en-US"/>
              <a:t>SQL</a:t>
            </a:r>
          </a:p>
          <a:p>
            <a:r>
              <a:rPr lang="en-US"/>
              <a:t>JMESPath</a:t>
            </a:r>
          </a:p>
          <a:p>
            <a:r>
              <a:rPr lang="en-US"/>
              <a:t>KQL (Kusto Query Language)</a:t>
            </a:r>
          </a:p>
        </p:txBody>
      </p:sp>
      <p:sp>
        <p:nvSpPr>
          <p:cNvPr id="65" name="Oval 64">
            <a:extLst>
              <a:ext uri="{FF2B5EF4-FFF2-40B4-BE49-F238E27FC236}">
                <a16:creationId xmlns:a16="http://schemas.microsoft.com/office/drawing/2014/main" id="{3913CA8F-39A3-053F-2538-5DE3EB1A2660}"/>
              </a:ext>
              <a:ext uri="{C183D7F6-B498-43B3-948B-1728B52AA6E4}">
                <adec:decorative xmlns:adec="http://schemas.microsoft.com/office/drawing/2017/decorative" val="1"/>
              </a:ext>
            </a:extLst>
          </p:cNvPr>
          <p:cNvSpPr/>
          <p:nvPr/>
        </p:nvSpPr>
        <p:spPr bwMode="auto">
          <a:xfrm>
            <a:off x="762630" y="29845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2</a:t>
            </a:r>
            <a:endParaRPr kumimoji="0" lang="en-IN" sz="1800" b="1" i="0" u="none" strike="noStrike" cap="none" spc="0" normalizeH="0" baseline="0" noProof="0">
              <a:ln>
                <a:noFill/>
              </a:ln>
              <a:solidFill>
                <a:schemeClr val="tx1"/>
              </a:solidFill>
              <a:effectLst/>
              <a:uLnTx/>
              <a:uFillTx/>
            </a:endParaRPr>
          </a:p>
        </p:txBody>
      </p:sp>
      <p:sp>
        <p:nvSpPr>
          <p:cNvPr id="48" name="Text Placeholder 47">
            <a:extLst>
              <a:ext uri="{FF2B5EF4-FFF2-40B4-BE49-F238E27FC236}">
                <a16:creationId xmlns:a16="http://schemas.microsoft.com/office/drawing/2014/main" id="{65456690-3FCA-6CB0-2BF8-0E246247B3FC}"/>
              </a:ext>
            </a:extLst>
          </p:cNvPr>
          <p:cNvSpPr>
            <a:spLocks noGrp="1"/>
          </p:cNvSpPr>
          <p:nvPr>
            <p:ph type="body" sz="quarter" idx="22"/>
          </p:nvPr>
        </p:nvSpPr>
        <p:spPr>
          <a:xfrm>
            <a:off x="1235075" y="3042690"/>
            <a:ext cx="8778782" cy="215444"/>
          </a:xfrm>
        </p:spPr>
        <p:txBody>
          <a:bodyPr/>
          <a:lstStyle/>
          <a:p>
            <a:r>
              <a:rPr lang="en-US"/>
              <a:t>What happens when you delete a resource group using the Azure CLI?</a:t>
            </a:r>
          </a:p>
        </p:txBody>
      </p:sp>
      <p:sp>
        <p:nvSpPr>
          <p:cNvPr id="49" name="Text Placeholder 48">
            <a:extLst>
              <a:ext uri="{FF2B5EF4-FFF2-40B4-BE49-F238E27FC236}">
                <a16:creationId xmlns:a16="http://schemas.microsoft.com/office/drawing/2014/main" id="{A28FE2C3-AD85-D5CF-2BC2-01C5A98D45F1}"/>
              </a:ext>
            </a:extLst>
          </p:cNvPr>
          <p:cNvSpPr>
            <a:spLocks noGrp="1"/>
          </p:cNvSpPr>
          <p:nvPr>
            <p:ph type="body" sz="quarter" idx="23"/>
          </p:nvPr>
        </p:nvSpPr>
        <p:spPr>
          <a:xfrm>
            <a:off x="1237265" y="3319716"/>
            <a:ext cx="8775098" cy="717742"/>
          </a:xfrm>
        </p:spPr>
        <p:txBody>
          <a:bodyPr/>
          <a:lstStyle/>
          <a:p>
            <a:r>
              <a:rPr lang="en-US"/>
              <a:t>Only the resource group is deleted</a:t>
            </a:r>
          </a:p>
          <a:p>
            <a:r>
              <a:rPr lang="en-US"/>
              <a:t>All resources inside the resource group are also deleted</a:t>
            </a:r>
          </a:p>
          <a:p>
            <a:r>
              <a:rPr lang="en-US"/>
              <a:t>Resources are moved to a default resource group</a:t>
            </a:r>
          </a:p>
        </p:txBody>
      </p:sp>
      <p:sp>
        <p:nvSpPr>
          <p:cNvPr id="68" name="Oval 67">
            <a:extLst>
              <a:ext uri="{FF2B5EF4-FFF2-40B4-BE49-F238E27FC236}">
                <a16:creationId xmlns:a16="http://schemas.microsoft.com/office/drawing/2014/main" id="{777A37B6-A9CB-BB4A-87B0-45F6FCC1E385}"/>
              </a:ext>
              <a:ext uri="{C183D7F6-B498-43B3-948B-1728B52AA6E4}">
                <adec:decorative xmlns:adec="http://schemas.microsoft.com/office/drawing/2017/decorative" val="1"/>
              </a:ext>
            </a:extLst>
          </p:cNvPr>
          <p:cNvSpPr/>
          <p:nvPr/>
        </p:nvSpPr>
        <p:spPr bwMode="auto">
          <a:xfrm>
            <a:off x="762630" y="4533900"/>
            <a:ext cx="319112" cy="31911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ts val="0"/>
              </a:spcBef>
              <a:spcAft>
                <a:spcPts val="0"/>
              </a:spcAft>
              <a:buClrTx/>
              <a:buSzTx/>
              <a:buFontTx/>
              <a:buNone/>
              <a:tabLst/>
            </a:pPr>
            <a:r>
              <a:rPr kumimoji="0" lang="en-US" sz="1800" b="1" i="0" u="none" strike="noStrike" cap="none" spc="0" normalizeH="0" baseline="0" noProof="0">
                <a:ln>
                  <a:noFill/>
                </a:ln>
                <a:solidFill>
                  <a:schemeClr val="tx1"/>
                </a:solidFill>
                <a:effectLst/>
                <a:uLnTx/>
                <a:uFillTx/>
              </a:rPr>
              <a:t>3</a:t>
            </a:r>
            <a:endParaRPr kumimoji="0" lang="en-IN" sz="1800" b="1" i="0" u="none" strike="noStrike" cap="none" spc="0" normalizeH="0" baseline="0" noProof="0">
              <a:ln>
                <a:noFill/>
              </a:ln>
              <a:solidFill>
                <a:schemeClr val="tx1"/>
              </a:solidFill>
              <a:effectLst/>
              <a:uLnTx/>
              <a:uFillTx/>
            </a:endParaRPr>
          </a:p>
        </p:txBody>
      </p:sp>
      <p:sp>
        <p:nvSpPr>
          <p:cNvPr id="46" name="Text Placeholder 45">
            <a:extLst>
              <a:ext uri="{FF2B5EF4-FFF2-40B4-BE49-F238E27FC236}">
                <a16:creationId xmlns:a16="http://schemas.microsoft.com/office/drawing/2014/main" id="{3D98EEE8-67D1-2D3E-7391-CC832A8EBAD7}"/>
              </a:ext>
            </a:extLst>
          </p:cNvPr>
          <p:cNvSpPr>
            <a:spLocks noGrp="1"/>
          </p:cNvSpPr>
          <p:nvPr>
            <p:ph type="body" sz="quarter" idx="20"/>
          </p:nvPr>
        </p:nvSpPr>
        <p:spPr>
          <a:xfrm>
            <a:off x="1235075" y="4548993"/>
            <a:ext cx="8778782" cy="215444"/>
          </a:xfrm>
        </p:spPr>
        <p:txBody>
          <a:bodyPr/>
          <a:lstStyle/>
          <a:p>
            <a:r>
              <a:rPr lang="en-US"/>
              <a:t>What shell environment does Cloud Shell use by default for Azure CLI commands?</a:t>
            </a:r>
          </a:p>
        </p:txBody>
      </p:sp>
      <p:sp>
        <p:nvSpPr>
          <p:cNvPr id="47" name="Text Placeholder 46">
            <a:extLst>
              <a:ext uri="{FF2B5EF4-FFF2-40B4-BE49-F238E27FC236}">
                <a16:creationId xmlns:a16="http://schemas.microsoft.com/office/drawing/2014/main" id="{186FE5B3-66E9-C9E3-BB22-698F0D137014}"/>
              </a:ext>
            </a:extLst>
          </p:cNvPr>
          <p:cNvSpPr>
            <a:spLocks noGrp="1"/>
          </p:cNvSpPr>
          <p:nvPr>
            <p:ph type="body" sz="quarter" idx="21"/>
          </p:nvPr>
        </p:nvSpPr>
        <p:spPr>
          <a:xfrm>
            <a:off x="1237265" y="4764437"/>
            <a:ext cx="8775098" cy="718092"/>
          </a:xfrm>
        </p:spPr>
        <p:txBody>
          <a:bodyPr/>
          <a:lstStyle/>
          <a:p>
            <a:r>
              <a:rPr lang="en-US"/>
              <a:t>PowerShell</a:t>
            </a:r>
          </a:p>
          <a:p>
            <a:r>
              <a:rPr lang="en-US"/>
              <a:t>Command Prompt</a:t>
            </a:r>
          </a:p>
          <a:p>
            <a:r>
              <a:rPr lang="en-US"/>
              <a:t>Bash</a:t>
            </a:r>
          </a:p>
        </p:txBody>
      </p:sp>
    </p:spTree>
    <p:extLst>
      <p:ext uri="{BB962C8B-B14F-4D97-AF65-F5344CB8AC3E}">
        <p14:creationId xmlns:p14="http://schemas.microsoft.com/office/powerpoint/2010/main" val="42648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Microsoft Learn_Off-White Template">
  <a:themeElements>
    <a:clrScheme name="Microsoft Learn Lt">
      <a:dk1>
        <a:srgbClr val="000000"/>
      </a:dk1>
      <a:lt1>
        <a:srgbClr val="FFFFFF"/>
      </a:lt1>
      <a:dk2>
        <a:srgbClr val="091F2C"/>
      </a:dk2>
      <a:lt2>
        <a:srgbClr val="E8E6DF"/>
      </a:lt2>
      <a:accent1>
        <a:srgbClr val="FF5C39"/>
      </a:accent1>
      <a:accent2>
        <a:srgbClr val="C73ECC"/>
      </a:accent2>
      <a:accent3>
        <a:srgbClr val="0078D4"/>
      </a:accent3>
      <a:accent4>
        <a:srgbClr val="F4364C"/>
      </a:accent4>
      <a:accent5>
        <a:srgbClr val="FFA38B"/>
      </a:accent5>
      <a:accent6>
        <a:srgbClr val="CD9BC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Neutral gray">
      <a:srgbClr val="E8E6DF"/>
    </a:custClr>
    <a:custClr name="White">
      <a:srgbClr val="FFFFFF"/>
    </a:custClr>
    <a:custClr name="Blueblack">
      <a:srgbClr val="091F2C"/>
    </a:custClr>
    <a:custClr name="Off white">
      <a:srgbClr val="F4F3F5"/>
    </a:custClr>
    <a:custClr name="Light orange">
      <a:srgbClr val="FFA38B"/>
    </a:custClr>
    <a:custClr name="Light magenta">
      <a:srgbClr val="CD9BCF"/>
    </a:custClr>
    <a:custClr name="Light blue">
      <a:srgbClr val="8DC8E8"/>
    </a:custClr>
    <a:custClr name="Light red">
      <a:srgbClr val="FFB3BB"/>
    </a:custClr>
    <a:custClr name="White">
      <a:srgbClr val="FFFFFF"/>
    </a:custClr>
    <a:custClr name="White">
      <a:srgbClr val="FFFFFF"/>
    </a:custClr>
    <a:custClr name="Neutral gray">
      <a:srgbClr val="E8E6DF"/>
    </a:custClr>
    <a:custClr name="White">
      <a:srgbClr val="FFFFFF"/>
    </a:custClr>
    <a:custClr name="Blueblack">
      <a:srgbClr val="091F2C"/>
    </a:custClr>
    <a:custClr name="Off white">
      <a:srgbClr val="F4F3F5"/>
    </a:custClr>
    <a:custClr name="Dark orange">
      <a:srgbClr val="73391D"/>
    </a:custClr>
    <a:custClr name="Dark magenta">
      <a:srgbClr val="702573"/>
    </a:custClr>
    <a:custClr name="Dark blue">
      <a:srgbClr val="2A446F"/>
    </a:custClr>
    <a:custClr name="Dark red">
      <a:srgbClr val="73262F"/>
    </a:custClr>
    <a:custClr name="White">
      <a:srgbClr val="FFFFFF"/>
    </a:custClr>
    <a:custClr name="White">
      <a:srgbClr val="FFFFFF"/>
    </a:custClr>
  </a:custClrLst>
  <a:extLst>
    <a:ext uri="{05A4C25C-085E-4340-85A3-A5531E510DB2}">
      <thm15:themeFamily xmlns:thm15="http://schemas.microsoft.com/office/thememl/2012/main" name="Microsoft_Learn_PPT_Template_May2022" id="{29A08142-AB99-4411-AAE7-CEDF668BDF69}" vid="{B77F916D-7E22-4EF9-8BA9-EC91DF20C5E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5803</Words>
  <Application>Microsoft Office PowerPoint</Application>
  <PresentationFormat>Widescreen</PresentationFormat>
  <Paragraphs>501</Paragraphs>
  <Slides>42</Slides>
  <Notes>42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42</vt:i4>
      </vt:variant>
    </vt:vector>
  </HeadingPairs>
  <TitlesOfParts>
    <vt:vector size="52" baseType="lpstr">
      <vt:lpstr>Arial</vt:lpstr>
      <vt:lpstr>Consolas</vt:lpstr>
      <vt:lpstr>Segoe UI</vt:lpstr>
      <vt:lpstr>Segoe UI Black</vt:lpstr>
      <vt:lpstr>Segoe UI Light</vt:lpstr>
      <vt:lpstr>Segoe UI Semibold</vt:lpstr>
      <vt:lpstr>Wingdings</vt:lpstr>
      <vt:lpstr>LIGHT MODE</vt:lpstr>
      <vt:lpstr>1_LIGHT MODE</vt:lpstr>
      <vt:lpstr>Microsoft Learn_Off-White Template</vt:lpstr>
      <vt:lpstr>AZ-900T00 Learning path 04: Apply Azure Skills in Guided Projects</vt:lpstr>
      <vt:lpstr>Notice and Intent</vt:lpstr>
      <vt:lpstr>Guided project: Deploy a static website with Azure Blob Storage</vt:lpstr>
      <vt:lpstr>Learning Objectives</vt:lpstr>
      <vt:lpstr>Project: Static website on Blob Storage objectives</vt:lpstr>
      <vt:lpstr>Project: Static website on Blob Storage diagram</vt:lpstr>
      <vt:lpstr>Knowledge check</vt:lpstr>
      <vt:lpstr>Guided project: Organize and protect resources with tags and locks</vt:lpstr>
      <vt:lpstr>Learning Objectives</vt:lpstr>
      <vt:lpstr>Project: Tags and locks for governance objectives</vt:lpstr>
      <vt:lpstr>Project: Tags and locks for governance diagram</vt:lpstr>
      <vt:lpstr>Knowledge check</vt:lpstr>
      <vt:lpstr>Guided project: Build a simple website endpoint with Azure Functions</vt:lpstr>
      <vt:lpstr>Learning Objectives</vt:lpstr>
      <vt:lpstr>Project: Serverless endpoint with Azure Functions objectives</vt:lpstr>
      <vt:lpstr>Project: Serverless endpoint with Azure Functions diagram</vt:lpstr>
      <vt:lpstr>Knowledge check</vt:lpstr>
      <vt:lpstr>Guided project: Set up new employee access (Entra ID and RBAC)</vt:lpstr>
      <vt:lpstr>Learning Objectives</vt:lpstr>
      <vt:lpstr>Project: Identity and RBAC onboarding objectives</vt:lpstr>
      <vt:lpstr>Project: Identity and RBAC onboarding diagram</vt:lpstr>
      <vt:lpstr>Knowledge check</vt:lpstr>
      <vt:lpstr>Guided project: Share files securely</vt:lpstr>
      <vt:lpstr>Learning Objectives</vt:lpstr>
      <vt:lpstr>Project: Secure file sharing with SAS objectives</vt:lpstr>
      <vt:lpstr>Project: Secure file sharing with SAS diagram</vt:lpstr>
      <vt:lpstr>Knowledge check</vt:lpstr>
      <vt:lpstr>Guided project: Set up cost guardrails in Azure</vt:lpstr>
      <vt:lpstr>Learning Objectives</vt:lpstr>
      <vt:lpstr>Project: Cost guardrails with tags, budgets, and policy objectives</vt:lpstr>
      <vt:lpstr>Project: Cost guardrails with tags, budgets, and policy diagram</vt:lpstr>
      <vt:lpstr>Knowledge check</vt:lpstr>
      <vt:lpstr>Guided project: Monitor Azure with Service Health and Activity Log alerts</vt:lpstr>
      <vt:lpstr>Learning Objectives</vt:lpstr>
      <vt:lpstr>Project: Monitoring with alerts and action groups objectives</vt:lpstr>
      <vt:lpstr>Project: Monitoring with alerts and action groups diagram</vt:lpstr>
      <vt:lpstr>Knowledge check</vt:lpstr>
      <vt:lpstr>Guided project: Manage Azure resources with Cloud Shell and the Azure CLI</vt:lpstr>
      <vt:lpstr>Learning Objectives</vt:lpstr>
      <vt:lpstr>Project: Resource management with Cloud Shell and CLI objectives</vt:lpstr>
      <vt:lpstr>Project: Resource management with Cloud Shell and CLI diagram</vt:lpstr>
      <vt:lpstr>Knowledge check</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2026-05-28T05:52:32Z</dcterms:created>
  <dcterms:modified xsi:type="dcterms:W3CDTF">2026-05-28T13:31:44Z</dcterms:modified>
</cp:coreProperties>
</file>